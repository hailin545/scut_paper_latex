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06" d="100"/>
          <a:sy n="106" d="100"/>
        </p:scale>
        <p:origin x="124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AFEA0-F550-404B-A854-94F81EC7A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AD18AF-51C5-4563-8B03-2D2CC67C1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CC851C-CC06-42AB-803B-3BA28438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B0ACE-05C8-460B-9F65-B352CFB0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2E4AF-97F4-46BE-8FB4-01FCA8D8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76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435BC-7E24-436D-A968-0CA536CA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79A86-3D2F-4B0E-9892-94E94C758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103FA4-B2FC-483F-A752-D197AAD6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C953C1-D3CB-439F-BE00-686EC755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F467EF-9AAF-40D9-9DFB-3399EA74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7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CDDA7-D51A-4DCB-AAE7-464DBF4A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EE12DC-4641-4DA5-A5FF-BF2CF3657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86245-8032-4388-95D1-BDE2C50C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96E4E-5BF0-455A-8064-09B97D7A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95314-73C1-4798-AD74-AFF8AA71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24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F4BC9-D51D-49D7-A23D-FEE899C0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D48FA-370E-440C-A8F7-A85B7AE3C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904338-D84E-4574-8D57-85E084E7D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913E42-08C7-4FBF-90BD-AAB0C2D4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57339-10E2-47FB-98EF-DF3A7F87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767078-9432-4499-8268-92FEBD55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9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1BCC1-8E13-45CA-AD7B-142D9CB9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C527D9-1EBD-4CD6-80AB-5E384175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5F6801-E2E4-49B3-98E6-2511AC226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55D2D7-5C1F-4543-A019-D16B37581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563AAF-887E-4500-898F-F7E84233F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709832-522C-44A0-B360-ED5FA6B4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A30E86-1552-47B5-B283-135F4F00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FB1EE6-F0B1-48DF-8D65-FF4E293D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94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16205-B39A-40C0-8FF6-F26CBE08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4B6590-6C0F-4DE4-8843-24DA7C9D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0E1C04-34F1-4490-9821-5650ABD8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71982F-C06C-4C9D-8DBF-C9A1ACC3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22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7AF12E-1CCE-4295-9E72-FAF8BAED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6D1D4-86B3-4C94-B477-C491FB1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E99DA9-3E66-44B4-9034-1C11B3AE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54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F2DE2-4966-446A-88A9-F13320AF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BF47B-9CBE-4B44-93CE-3C0FBAC1C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7D691D-0F29-4A24-91A8-523E2204F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6B073-A44B-434D-A1B2-CEC42457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2DDB6D-B970-4D06-BC7A-B4525F26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2056EE-A930-4A5B-A2D3-A5046EF6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05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94CED-D5E3-4850-A206-3CF3ACBF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8BC753-E893-40FF-AA5A-01434DC33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11C775-8F08-4709-AE3E-E568B7967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B716DA-ACB5-4AE1-B141-68A81CB8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5B8C2-9E65-48E0-A0DD-58D19F2C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0E2B1D-A8C6-455D-B14B-1DD35AD69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74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17D70-4279-4458-90C4-B097881B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0F8F72-AFB8-4FF0-ACA3-AD3A293C0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671CD-FB58-4F75-9075-7223F61F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A753D-CCB0-4544-AD6C-40FDF636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07782-D296-4CBD-AAF7-6C40C14A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92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E2D30A-78BA-43CC-B04C-5EAB69F1D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48D62C-935A-471B-92FF-BB8408C93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C3AB9-C5D1-4343-91BD-2E1EB3FE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44D5E2-E53A-47E1-AB25-5FC63F157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9A266D-53DA-42BA-85DE-60CA0AED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34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ADE8DA-F998-40A9-AAC1-E2A6A4C7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E69D6-9630-4065-B819-233D9DCEC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EBC4A-0971-4581-B508-EA60949F4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FFE01-E377-4B29-857C-317154D1E67F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F36AEE-CF8D-4735-BF92-FFCF0B994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65378-89CB-48AB-BA21-618D2F1E7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FF695-1495-41B6-BF04-ACCD4F435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73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4386075-6E7B-49F3-9D0D-44B8EF719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787" y="494408"/>
            <a:ext cx="1537898" cy="300408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0D89409-7699-46A1-B573-BF09995CD25B}"/>
              </a:ext>
            </a:extLst>
          </p:cNvPr>
          <p:cNvGrpSpPr/>
          <p:nvPr/>
        </p:nvGrpSpPr>
        <p:grpSpPr>
          <a:xfrm>
            <a:off x="8630860" y="543264"/>
            <a:ext cx="2910105" cy="3147739"/>
            <a:chOff x="8421218" y="492058"/>
            <a:chExt cx="2910105" cy="314773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2542657-AE2B-4B56-A54C-84E1C2F385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637"/>
            <a:stretch/>
          </p:blipFill>
          <p:spPr>
            <a:xfrm>
              <a:off x="8421218" y="494606"/>
              <a:ext cx="1499871" cy="3139528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1C11C11-A051-457A-B46A-31521504D6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5451"/>
            <a:stretch/>
          </p:blipFill>
          <p:spPr>
            <a:xfrm>
              <a:off x="9875520" y="492058"/>
              <a:ext cx="1455803" cy="3147739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5DB7565-724C-4B6E-A397-05CF19D93520}"/>
              </a:ext>
            </a:extLst>
          </p:cNvPr>
          <p:cNvGrpSpPr/>
          <p:nvPr/>
        </p:nvGrpSpPr>
        <p:grpSpPr>
          <a:xfrm>
            <a:off x="4705169" y="517466"/>
            <a:ext cx="3625851" cy="3203748"/>
            <a:chOff x="4536920" y="517466"/>
            <a:chExt cx="3625851" cy="320374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32E0F95-3573-4080-9EA8-CA7A26BF1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36920" y="566996"/>
              <a:ext cx="1498483" cy="3084714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3685DE5-F168-4843-A14E-2F8497026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3345"/>
            <a:stretch/>
          </p:blipFill>
          <p:spPr>
            <a:xfrm>
              <a:off x="5886450" y="517466"/>
              <a:ext cx="1179601" cy="320374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4827BDC-4121-4A44-BF51-2690CBC79C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3574"/>
            <a:stretch/>
          </p:blipFill>
          <p:spPr>
            <a:xfrm>
              <a:off x="6963891" y="549851"/>
              <a:ext cx="1198880" cy="3080346"/>
            </a:xfrm>
            <a:prstGeom prst="rect">
              <a:avLst/>
            </a:prstGeom>
          </p:spPr>
        </p:pic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A575F960-391B-4113-8FBD-A1C9D8B360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74" y="622608"/>
            <a:ext cx="1421894" cy="278723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D30A1AF-7473-470C-8708-72A74EDFB1E8}"/>
              </a:ext>
            </a:extLst>
          </p:cNvPr>
          <p:cNvSpPr txBox="1"/>
          <p:nvPr/>
        </p:nvSpPr>
        <p:spPr>
          <a:xfrm>
            <a:off x="4647971" y="3604336"/>
            <a:ext cx="4411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(b) UBC-Fashion</a:t>
            </a:r>
            <a:r>
              <a:rPr lang="zh-CN" altLang="en-US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数据集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7125BF-6EAF-491C-97FF-72BE17B672DA}"/>
              </a:ext>
            </a:extLst>
          </p:cNvPr>
          <p:cNvSpPr txBox="1"/>
          <p:nvPr/>
        </p:nvSpPr>
        <p:spPr>
          <a:xfrm>
            <a:off x="0" y="3604336"/>
            <a:ext cx="4411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(a) Neuman</a:t>
            </a:r>
            <a:r>
              <a:rPr lang="zh-CN" altLang="en-US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数据集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9596CD-5C64-4B36-A683-CE0A00BE5175}"/>
              </a:ext>
            </a:extLst>
          </p:cNvPr>
          <p:cNvSpPr txBox="1"/>
          <p:nvPr/>
        </p:nvSpPr>
        <p:spPr>
          <a:xfrm>
            <a:off x="8866850" y="3604336"/>
            <a:ext cx="2674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(c) </a:t>
            </a:r>
            <a:r>
              <a:rPr lang="zh-CN" altLang="en-US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失败案例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AD3DF2-F74E-49EE-BE35-3BA7E62C1A7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5965" r="17535"/>
          <a:stretch/>
        </p:blipFill>
        <p:spPr>
          <a:xfrm rot="632300">
            <a:off x="3498681" y="560011"/>
            <a:ext cx="1134545" cy="30101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1DA402C-21BF-407F-A206-E037B4651C4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1904" r="10784"/>
          <a:stretch/>
        </p:blipFill>
        <p:spPr>
          <a:xfrm>
            <a:off x="2691154" y="505014"/>
            <a:ext cx="885978" cy="30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3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2343</TotalTime>
  <Words>17</Words>
  <Application>Microsoft Macintosh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Hailin Luo</dc:creator>
  <cp:lastModifiedBy>Microsoft Office User</cp:lastModifiedBy>
  <cp:revision>36</cp:revision>
  <dcterms:created xsi:type="dcterms:W3CDTF">2026-01-28T02:02:02Z</dcterms:created>
  <dcterms:modified xsi:type="dcterms:W3CDTF">2026-03-01T15:52:52Z</dcterms:modified>
</cp:coreProperties>
</file>