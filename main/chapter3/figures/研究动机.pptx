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4722"/>
  </p:normalViewPr>
  <p:slideViewPr>
    <p:cSldViewPr snapToGrid="0" snapToObjects="1">
      <p:cViewPr varScale="1">
        <p:scale>
          <a:sx n="111" d="100"/>
          <a:sy n="111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FE1E0-AC9B-0643-BC78-CF8621FD1AB2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C15BE-C5A6-2949-A556-3A5404D73B2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9784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C15BE-C5A6-2949-A556-3A5404D73B2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8084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21B10-A68A-454D-B847-DB9FFA378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E42E00-9D8D-9242-9D81-D4D64162B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A4CC53-7AB8-CB4D-AE73-5982F357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BFA-F6A0-7841-8BE1-F960FC36F63B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7A0222-0802-2943-B2C0-2FB5F7A1F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09C5EC-D176-F144-91BB-B8A372BF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395E-72EF-424E-9AC7-FEB061F6C2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185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C3113-B9C4-7C4B-B7F0-95BEC19C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6FA529-E64B-154E-8EEA-7E76B900B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230111-E3CC-CF42-BD59-685302ED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BFA-F6A0-7841-8BE1-F960FC36F63B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24D291-0112-0B42-A2AD-E992A45B9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3E81DD-3E57-7249-916E-9C362587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395E-72EF-424E-9AC7-FEB061F6C2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94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A1703-617E-7449-B65C-E420DB48E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FA0C44-DD1A-9B45-8469-49C46FB83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6E68E7-96B2-2F45-8934-8FB58319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BFA-F6A0-7841-8BE1-F960FC36F63B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3C796-8A01-7449-AB94-B4FE9D9B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51A684-29FA-664B-9A90-87364860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395E-72EF-424E-9AC7-FEB061F6C2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2406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14D9D-B91C-E447-87A2-2B0126C2B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8C9186-AF43-6C4F-A3C6-87893085A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660277-641C-D14B-BC27-814A8DEDC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43FF6A-2B29-FA4A-9309-FDBDDEB62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BFA-F6A0-7841-8BE1-F960FC36F63B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01334-214E-6840-A7D4-6E197508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13EADF-D18C-E347-97B3-16859744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395E-72EF-424E-9AC7-FEB061F6C2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4622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FC4D0-294B-2749-85E1-C846EDFE4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7F3E50-B9D9-A744-BF10-3B36BADF9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AEAF82-E2A1-A644-9AE4-757B09E95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4C23C5-C855-7141-AD51-DF2238746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1F6FF7-7881-DF4E-B4C5-9D28B9B25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9AB579-181B-F147-8334-2A81155F0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BFA-F6A0-7841-8BE1-F960FC36F63B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59D609-DF9F-814C-8A66-A19027875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DAF4DD-ABB3-C341-821E-CEB184C77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395E-72EF-424E-9AC7-FEB061F6C2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207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0677B-8C39-7F48-910A-172C885E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E301D3-0187-FC4F-9292-088F0AC0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BFA-F6A0-7841-8BE1-F960FC36F63B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5672B9-7D3F-5645-8B59-693CE139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F9F2DD-C5A8-3B4D-9CDD-0567BC4EB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395E-72EF-424E-9AC7-FEB061F6C2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136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E1385F-8274-6C42-A49B-9B4A77887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BFA-F6A0-7841-8BE1-F960FC36F63B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34DB53-4296-2F4E-9995-4E1E8D781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6406FF-4984-3D47-BDE0-7190E56FF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395E-72EF-424E-9AC7-FEB061F6C2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080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9C03B-0AC4-304B-B147-DDA538E92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42915C-D4E0-E84C-9E29-60FEDD405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60D737-66C1-BF4F-BDB8-2CB3FA9EE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538840-C445-2A4D-BB2B-14161C4F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BFA-F6A0-7841-8BE1-F960FC36F63B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D900AB-FAA0-BE45-82FB-9F5BD76C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D06E8B-4B49-A344-9F5B-FCE70254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395E-72EF-424E-9AC7-FEB061F6C2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821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7A052-A887-B146-B788-C0FED01FD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C9CC06-25A7-844F-9D7D-7C7BEB6D1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06BD6C-C2C7-9F4B-AAF4-AAF2A23B2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934D4D-31FE-764C-B858-2B4A8648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BFA-F6A0-7841-8BE1-F960FC36F63B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E43D41-8727-CD42-8A99-AEBF468C1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2FA21D-A78B-BC40-9690-66C59BF4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395E-72EF-424E-9AC7-FEB061F6C2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810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B7961-0682-F547-9933-D54AAC3C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B13020-A02F-0541-93BA-CC2810B57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F46B68-F8B3-4F40-B9C2-2DA6D26A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BFA-F6A0-7841-8BE1-F960FC36F63B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9197B4-BEF4-BC45-ADC4-FF0B146C3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62D003-C9F3-B64A-8847-252AE242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395E-72EF-424E-9AC7-FEB061F6C2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3576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C2E571-B075-F745-B13E-88EB7E68E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074B47-B5C6-B24C-B619-43277E188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FBC52B-9117-A94F-81E4-BD00C2E9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BFA-F6A0-7841-8BE1-F960FC36F63B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8CD36A-F9CF-394D-B48A-DA46C3E3E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AEB71D-89CB-3B47-B19A-C36CE1A1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5395E-72EF-424E-9AC7-FEB061F6C2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2843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FAD45DC-BBF6-5447-8199-F576BEF2D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35F4AC-CA18-8944-B6AB-A2FA97A8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8226D2-F264-1D40-9F1F-59C317064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A1BFA-F6A0-7841-8BE1-F960FC36F63B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7240C5-35EB-7A47-8A9A-53AAC7931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E6615D-D1D2-B349-BB85-B38907E5D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5395E-72EF-424E-9AC7-FEB061F6C2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8527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C54CE9D9-04B4-554E-BFB2-F9CB166AE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128" y="405845"/>
            <a:ext cx="2620590" cy="276218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5E68F6C-79A6-3841-8710-A1CA396A53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931"/>
          <a:stretch/>
        </p:blipFill>
        <p:spPr>
          <a:xfrm>
            <a:off x="9246078" y="320954"/>
            <a:ext cx="2415454" cy="3118944"/>
          </a:xfrm>
          <a:prstGeom prst="rect">
            <a:avLst/>
          </a:prstGeom>
        </p:spPr>
      </p:pic>
      <p:sp>
        <p:nvSpPr>
          <p:cNvPr id="17" name="矩形: 圆角 97">
            <a:extLst>
              <a:ext uri="{FF2B5EF4-FFF2-40B4-BE49-F238E27FC236}">
                <a16:creationId xmlns:a16="http://schemas.microsoft.com/office/drawing/2014/main" id="{981BB6B8-23E1-264A-8AC3-A170C3B43AF6}"/>
              </a:ext>
            </a:extLst>
          </p:cNvPr>
          <p:cNvSpPr/>
          <p:nvPr/>
        </p:nvSpPr>
        <p:spPr>
          <a:xfrm>
            <a:off x="10239993" y="746872"/>
            <a:ext cx="777600" cy="782819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8" name="直接箭头连接符 102">
            <a:extLst>
              <a:ext uri="{FF2B5EF4-FFF2-40B4-BE49-F238E27FC236}">
                <a16:creationId xmlns:a16="http://schemas.microsoft.com/office/drawing/2014/main" id="{B83E2B94-95F5-BC43-AFB7-103CB0556F51}"/>
              </a:ext>
            </a:extLst>
          </p:cNvPr>
          <p:cNvCxnSpPr>
            <a:cxnSpLocks/>
          </p:cNvCxnSpPr>
          <p:nvPr/>
        </p:nvCxnSpPr>
        <p:spPr>
          <a:xfrm flipH="1" flipV="1">
            <a:off x="9046778" y="396835"/>
            <a:ext cx="1193217" cy="350037"/>
          </a:xfrm>
          <a:prstGeom prst="straightConnector1">
            <a:avLst/>
          </a:prstGeom>
          <a:ln w="1905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03">
            <a:extLst>
              <a:ext uri="{FF2B5EF4-FFF2-40B4-BE49-F238E27FC236}">
                <a16:creationId xmlns:a16="http://schemas.microsoft.com/office/drawing/2014/main" id="{95ADA77D-E4AE-E44E-B997-068AEEC459FE}"/>
              </a:ext>
            </a:extLst>
          </p:cNvPr>
          <p:cNvCxnSpPr>
            <a:cxnSpLocks/>
          </p:cNvCxnSpPr>
          <p:nvPr/>
        </p:nvCxnSpPr>
        <p:spPr>
          <a:xfrm flipH="1">
            <a:off x="9046778" y="1529691"/>
            <a:ext cx="1193217" cy="1644147"/>
          </a:xfrm>
          <a:prstGeom prst="straightConnector1">
            <a:avLst/>
          </a:prstGeom>
          <a:ln w="19050"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C00FC26-E759-2041-A21C-B489B149B144}"/>
              </a:ext>
            </a:extLst>
          </p:cNvPr>
          <p:cNvGrpSpPr/>
          <p:nvPr/>
        </p:nvGrpSpPr>
        <p:grpSpPr>
          <a:xfrm>
            <a:off x="284912" y="209622"/>
            <a:ext cx="4951194" cy="3318278"/>
            <a:chOff x="495743" y="2015272"/>
            <a:chExt cx="4951194" cy="3318278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90436FA7-2F2E-3540-85AD-E981C19A2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24913" y="2187818"/>
              <a:ext cx="2622024" cy="2763699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EE0C7C2C-94A1-F94C-9BAF-D7097FD25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5743" y="2015272"/>
              <a:ext cx="2091184" cy="3100047"/>
            </a:xfrm>
            <a:prstGeom prst="rect">
              <a:avLst/>
            </a:prstGeom>
          </p:spPr>
        </p:pic>
        <p:sp>
          <p:nvSpPr>
            <p:cNvPr id="23" name="矩形: 圆角 98">
              <a:extLst>
                <a:ext uri="{FF2B5EF4-FFF2-40B4-BE49-F238E27FC236}">
                  <a16:creationId xmlns:a16="http://schemas.microsoft.com/office/drawing/2014/main" id="{5748477E-D1B4-064D-9C68-103610879AF3}"/>
                </a:ext>
              </a:extLst>
            </p:cNvPr>
            <p:cNvSpPr/>
            <p:nvPr/>
          </p:nvSpPr>
          <p:spPr>
            <a:xfrm>
              <a:off x="1586528" y="2660644"/>
              <a:ext cx="653925" cy="674307"/>
            </a:xfrm>
            <a:prstGeom prst="roundRect">
              <a:avLst>
                <a:gd name="adj" fmla="val 0"/>
              </a:avLst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直接箭头连接符 8">
              <a:extLst>
                <a:ext uri="{FF2B5EF4-FFF2-40B4-BE49-F238E27FC236}">
                  <a16:creationId xmlns:a16="http://schemas.microsoft.com/office/drawing/2014/main" id="{2E62B71C-9584-004E-AB3A-795EAD5893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0058" y="2187817"/>
              <a:ext cx="616229" cy="479797"/>
            </a:xfrm>
            <a:prstGeom prst="straightConnector1">
              <a:avLst/>
            </a:prstGeom>
            <a:ln w="19050">
              <a:solidFill>
                <a:srgbClr val="00B05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101">
              <a:extLst>
                <a:ext uri="{FF2B5EF4-FFF2-40B4-BE49-F238E27FC236}">
                  <a16:creationId xmlns:a16="http://schemas.microsoft.com/office/drawing/2014/main" id="{4C48FE9D-BF3D-A44D-9649-D0B1B42EEECB}"/>
                </a:ext>
              </a:extLst>
            </p:cNvPr>
            <p:cNvCxnSpPr>
              <a:cxnSpLocks/>
            </p:cNvCxnSpPr>
            <p:nvPr/>
          </p:nvCxnSpPr>
          <p:spPr>
            <a:xfrm>
              <a:off x="2190058" y="3334952"/>
              <a:ext cx="616229" cy="1616565"/>
            </a:xfrm>
            <a:prstGeom prst="straightConnector1">
              <a:avLst/>
            </a:prstGeom>
            <a:ln w="19050">
              <a:solidFill>
                <a:srgbClr val="00B05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78C512F-AD1E-2845-8DD2-447FD36A355E}"/>
                </a:ext>
              </a:extLst>
            </p:cNvPr>
            <p:cNvSpPr txBox="1"/>
            <p:nvPr/>
          </p:nvSpPr>
          <p:spPr>
            <a:xfrm>
              <a:off x="2974930" y="4964218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训练数据中的动作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48CB6A85-1ACA-A54A-8E0B-B4DA1116EE34}"/>
              </a:ext>
            </a:extLst>
          </p:cNvPr>
          <p:cNvSpPr txBox="1"/>
          <p:nvPr/>
        </p:nvSpPr>
        <p:spPr>
          <a:xfrm>
            <a:off x="6700760" y="32071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训练数据外的动作</a:t>
            </a:r>
          </a:p>
        </p:txBody>
      </p:sp>
      <p:sp>
        <p:nvSpPr>
          <p:cNvPr id="35" name="箭头: 右 7">
            <a:extLst>
              <a:ext uri="{FF2B5EF4-FFF2-40B4-BE49-F238E27FC236}">
                <a16:creationId xmlns:a16="http://schemas.microsoft.com/office/drawing/2014/main" id="{F284B5DB-F31F-1A44-B872-ACBD02FA52F8}"/>
              </a:ext>
            </a:extLst>
          </p:cNvPr>
          <p:cNvSpPr/>
          <p:nvPr/>
        </p:nvSpPr>
        <p:spPr>
          <a:xfrm>
            <a:off x="5322983" y="1472643"/>
            <a:ext cx="1009226" cy="711200"/>
          </a:xfrm>
          <a:prstGeom prst="rightArrow">
            <a:avLst/>
          </a:prstGeom>
          <a:solidFill>
            <a:srgbClr val="2A57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驱动</a:t>
            </a:r>
          </a:p>
        </p:txBody>
      </p:sp>
    </p:spTree>
    <p:extLst>
      <p:ext uri="{BB962C8B-B14F-4D97-AF65-F5344CB8AC3E}">
        <p14:creationId xmlns:p14="http://schemas.microsoft.com/office/powerpoint/2010/main" val="502931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12</Words>
  <Application>Microsoft Macintosh PowerPoint</Application>
  <PresentationFormat>宽屏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4</cp:revision>
  <dcterms:created xsi:type="dcterms:W3CDTF">2026-02-20T13:45:22Z</dcterms:created>
  <dcterms:modified xsi:type="dcterms:W3CDTF">2026-02-28T15:57:10Z</dcterms:modified>
</cp:coreProperties>
</file>