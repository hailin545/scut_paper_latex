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/>
    <p:restoredTop sz="94699"/>
  </p:normalViewPr>
  <p:slideViewPr>
    <p:cSldViewPr snapToGrid="0" snapToObjects="1">
      <p:cViewPr>
        <p:scale>
          <a:sx n="201" d="100"/>
          <a:sy n="201" d="100"/>
        </p:scale>
        <p:origin x="144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47D70-F3A2-C148-A10C-756869EB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F4FD3C-090E-0045-BD88-E3399B08E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3871C-D062-BF4B-AFBC-35EA22DF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1A31F5-E0F2-9C48-A9E4-9AA5F17FB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91005D-3371-F74D-A0C2-6AE64C09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416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8AE1F-57A2-954F-AD87-BCC18EA4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DB262-4093-7347-9BC7-C6D42C6D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5DF26-D1D6-2043-96CA-77227496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E86E9C-727A-D148-A859-E7AB6C64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5171FC-843C-974D-89A6-99B83FC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63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30F48-B822-6C41-BE4B-AFC9EF0E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559C9C-C6B6-414D-8C7F-479C3E93C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FDB81F-9F1E-B74B-8372-3F42864B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C1558-CCD2-D840-8708-704118C5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B48653-F316-1044-98F9-DCB4174E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769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FCA91-E242-5544-BA6D-A7920473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491447-D75F-0940-B7F4-FD42C23C3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D27280-0303-A34D-B0A4-4A488B8F2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957011-91C2-7B49-9878-5AAD055C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45E322-11EE-1049-BC3D-421C0546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ED0DF0-5FE7-4840-85DD-CABC74F3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91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AA14B-6977-2741-83CE-D389BA30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9A9BB2-6221-5B40-9F87-205B40050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2E6BDA-05CB-234E-AABF-E0825E673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38AA40-19C0-B34E-830A-2458BA3C5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DF71E3-C1CD-2449-8F17-33F2D6E85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6092A1-F9ED-F644-8E14-579968C4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210CA3-9AD6-BD4A-95CE-69B6305E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21DE5A-A659-DD4A-845B-F9E4F9DA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551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0AF3F-0A38-BC43-91B1-B8F2F067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426549-8397-654F-A60D-E4ADC01C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CE7B06-852F-C84A-99E0-4774FEA7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7E31DF-33E9-E04D-93EB-C7FBAECF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129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00D0B8-E1C9-FA46-82F1-9685198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A94F0E-13D6-5A45-92F4-0729C2D5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08E65B-40E9-4B4E-B8A7-93F25AAA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233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97DC5-6E83-3B44-972E-B9B1BCE8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DA0F6F-FD14-EC4B-9E0D-F1F9F1DFC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5367E1-38A1-2A4B-9608-A70627F51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1CEC57-70DD-BE43-A89F-AEE3678C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8EAFF-8FF3-CE4F-BD6F-98ED273A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D45650-75C7-2241-96BC-DA003099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965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93C7C-0FB1-FB4C-AB10-75C9A0E4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C849A5-5121-7E4D-88A8-91DD8D752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BE0F5B-25C6-DE4C-B22E-6EAE55C5E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AB3002-86A5-D043-9B5D-386810ED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C45F5A-03A1-F14E-A5D1-400ED154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CDB949-66E0-244B-AE28-8BABBD6E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103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47AE5-C338-4C41-991B-34F8AC06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E12C1B-81A2-B649-B667-C31724FD5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DC96B0-7B5C-4047-AE64-104BD092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BDB86-F94E-2A4A-AF2F-631158F9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F37C21-F2B1-7A4C-BB6B-3FD57A4C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816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A93839-D424-7D4E-A400-C2929271A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5BC7E-A228-314B-A7C2-1B5FDDA06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6A583-A2EF-8B48-A5CC-33F75891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019B11-FAE0-3741-AE7A-2E070841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84E47-D493-1741-94B5-7D182423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554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54B672-BA50-294D-B89E-DD2BD164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19168-EEC3-0444-A2FD-572AB5408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F259B1-24F1-2948-BDDF-EC75EB0D9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0C9DD-59B2-4547-B859-53702C6C32EA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7D766-3C7B-AD4D-B1D9-987BE3874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8C277-7B8A-C14F-BE62-4C7A5BCD1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163F3-D1D1-1A4D-A23B-FA8961F6BC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20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78D99A4-3ACD-0441-AF60-79F27091E6C8}"/>
              </a:ext>
            </a:extLst>
          </p:cNvPr>
          <p:cNvSpPr txBox="1"/>
          <p:nvPr/>
        </p:nvSpPr>
        <p:spPr>
          <a:xfrm>
            <a:off x="6158810" y="1434309"/>
            <a:ext cx="39570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b="0" dirty="0">
                <a:effectLst/>
                <a:latin typeface="Menlo" panose="020B0609030804020204" pitchFamily="49" charset="0"/>
              </a:rPr>
              <a:t>hips: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103.22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hips_line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23.56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leg_circ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54.59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neck_w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20.70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shoulder_incl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11.50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shoulder_w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35.90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underbust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89.05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vert_bust_line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19.60</a:t>
            </a:r>
          </a:p>
          <a:p>
            <a:r>
              <a:rPr lang="en" altLang="zh-CN" sz="1800" b="0" dirty="0">
                <a:effectLst/>
                <a:latin typeface="Menlo" panose="020B0609030804020204" pitchFamily="49" charset="0"/>
              </a:rPr>
              <a:t>waist: 86.21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waist_back_width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38.88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waist_line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36.81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waist_over_bust_line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40.32</a:t>
            </a:r>
          </a:p>
          <a:p>
            <a:r>
              <a:rPr lang="en" altLang="zh-CN" sz="1800" b="0" dirty="0">
                <a:effectLst/>
                <a:latin typeface="Menlo" panose="020B0609030804020204" pitchFamily="49" charset="0"/>
              </a:rPr>
              <a:t>wrist: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17.19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2D350A-6D40-344B-B89B-73E2DD032D4A}"/>
              </a:ext>
            </a:extLst>
          </p:cNvPr>
          <p:cNvSpPr txBox="1"/>
          <p:nvPr/>
        </p:nvSpPr>
        <p:spPr>
          <a:xfrm>
            <a:off x="266700" y="1434309"/>
            <a:ext cx="31194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arm_length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56.14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arm_pose_angle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47.28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armscye_depth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14.70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back_width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48.49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bum_points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17.91</a:t>
            </a:r>
          </a:p>
          <a:p>
            <a:r>
              <a:rPr lang="en" altLang="zh-CN" sz="1800" b="0" dirty="0">
                <a:effectLst/>
                <a:latin typeface="Menlo" panose="020B0609030804020204" pitchFamily="49" charset="0"/>
              </a:rPr>
              <a:t>bust: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100.18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bust_line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24.22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bust_points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16.53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crotch_hip_diff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6.61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head_l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26.10</a:t>
            </a:r>
          </a:p>
          <a:p>
            <a:r>
              <a:rPr lang="en" altLang="zh-CN" sz="1800" b="0" dirty="0">
                <a:effectLst/>
                <a:latin typeface="Menlo" panose="020B0609030804020204" pitchFamily="49" charset="0"/>
              </a:rPr>
              <a:t>height: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171.92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hip_back_width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49.27</a:t>
            </a:r>
          </a:p>
          <a:p>
            <a:r>
              <a:rPr lang="en" altLang="zh-CN" sz="1800" b="0" dirty="0" err="1">
                <a:effectLst/>
                <a:latin typeface="Menlo" panose="020B0609030804020204" pitchFamily="49" charset="0"/>
              </a:rPr>
              <a:t>hip_inclination</a:t>
            </a:r>
            <a:r>
              <a:rPr lang="en" altLang="zh-CN" sz="1800" b="0" dirty="0">
                <a:effectLst/>
                <a:latin typeface="Menlo" panose="020B0609030804020204" pitchFamily="49" charset="0"/>
              </a:rPr>
              <a:t>: </a:t>
            </a:r>
            <a:r>
              <a:rPr lang="en" altLang="zh-CN" sz="18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8.92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7D46E6-7E09-4244-824C-C03453BEE647}"/>
              </a:ext>
            </a:extLst>
          </p:cNvPr>
          <p:cNvSpPr txBox="1"/>
          <p:nvPr/>
        </p:nvSpPr>
        <p:spPr>
          <a:xfrm>
            <a:off x="10248900" y="1434309"/>
            <a:ext cx="1498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臀围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腰臀高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大腿围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颈宽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肩斜角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肩宽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下胸围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直胸高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腰围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后腰宽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后腰节长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前腰节长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腕围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D10588-880C-024A-AC24-708DC620EC9C}"/>
              </a:ext>
            </a:extLst>
          </p:cNvPr>
          <p:cNvSpPr txBox="1"/>
          <p:nvPr/>
        </p:nvSpPr>
        <p:spPr>
          <a:xfrm>
            <a:off x="3519143" y="1434309"/>
            <a:ext cx="22907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臂长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手臂姿态角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袖窿深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背宽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臀峰点距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胸围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胸高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胸点距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臀围线至裆点高差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头长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身高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后臀宽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臀斜角</a:t>
            </a:r>
            <a:endParaRPr lang="zh-CN" alt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8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221</Words>
  <Application>Microsoft Macintosh PowerPoint</Application>
  <PresentationFormat>宽屏</PresentationFormat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Menlo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4</cp:revision>
  <dcterms:created xsi:type="dcterms:W3CDTF">2026-03-07T12:47:02Z</dcterms:created>
  <dcterms:modified xsi:type="dcterms:W3CDTF">2026-03-07T13:09:53Z</dcterms:modified>
</cp:coreProperties>
</file>