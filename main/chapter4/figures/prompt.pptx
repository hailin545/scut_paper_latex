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9"/>
    <p:restoredTop sz="94688"/>
  </p:normalViewPr>
  <p:slideViewPr>
    <p:cSldViewPr snapToGrid="0" snapToObjects="1" showGuides="1">
      <p:cViewPr>
        <p:scale>
          <a:sx n="280" d="100"/>
          <a:sy n="280" d="100"/>
        </p:scale>
        <p:origin x="3096" y="1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BA13F-883F-A143-A132-6816455D426D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40021-4221-8E43-8E45-7858A782F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126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40021-4221-8E43-8E45-7858A782F4D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5927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39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03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5256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26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534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40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319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555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651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5652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77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DCE27-0285-FC44-8FD8-E658BE742D1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3B0D5-14B2-6743-9FA0-B565860EE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994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153C771-2C2A-7540-AD9F-A293F30D0D21}"/>
              </a:ext>
            </a:extLst>
          </p:cNvPr>
          <p:cNvSpPr txBox="1"/>
          <p:nvPr/>
        </p:nvSpPr>
        <p:spPr>
          <a:xfrm>
            <a:off x="137311" y="130254"/>
            <a:ext cx="6127011" cy="3939540"/>
          </a:xfrm>
          <a:prstGeom prst="rect">
            <a:avLst/>
          </a:prstGeom>
          <a:solidFill>
            <a:srgbClr val="FEF6E3"/>
          </a:solidFill>
        </p:spPr>
        <p:txBody>
          <a:bodyPr wrap="square">
            <a:spAutoFit/>
          </a:bodyPr>
          <a:lstStyle/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You are an expert garment design system. Your task: given a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**clothing image**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**body measurements**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output the garment's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**design parameters**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as a compact YAML block.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Inputs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1.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**Image**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a photo or illustration of the garment to reproduce.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2.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**Body measurements**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a YAML </a:t>
            </a:r>
            <a:r>
              <a:rPr lang="en" altLang="zh-CN" sz="500" b="0" dirty="0" err="1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of the wearer's body dimensions (see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**Body Measurement Specification**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below for field meanings).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Workflow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1.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**Analyze the image**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: identify garment structure — upper type (shirt/fitted/none), lower type (skirt/pants/none), whether they form one piece (dress) or separates, sleeve style, neckline shape, fit, length, and details (waistband, cuffs, ruffles, slits, etc.).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2.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**Map to meta types**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: choose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meta.upper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meta.wb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meta.bottom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and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meta.connected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from the allowed options in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**Design Parameter Specification**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3.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**Set numeric values using body measurements as geometric priors**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: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Estimate proportions from the image (e.g. "sleeves reach the elbow" →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sleeve.length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≈ 0.5`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).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Use body measurements to validate: e.g. if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= 80 cm`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and the sleeve appears to reach the elbow (~40 cm), then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sleeve.length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= 40/80 = 0.5`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Apply the same logic for torso length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×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), skirt/pants length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`length`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× leg length), neckline depth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fc_depth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×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), etc.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4.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**Assess fit level**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: after estimating ratios, classify each active area as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`tight / regular / loose`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using both visual cues and the estimated numeric values; if inconsistent, adjust key width/length ratios.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5.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**Constraint validation and YAML output**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: validate range constraints, section activation completeness, and fit-to-parameter consistency, then output YAML with all active sections complete and inactive sections omitted.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Output Format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Output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**only**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 fenced YAML code block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 ```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yaml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... ``` 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). No explanation, no extra text. The YAML uses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**compact format**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— flat values only (no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`range`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`type`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or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default_prob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fields).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Key Rules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1. All numeric values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**must**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be within the specified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`[min, max]`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ranges.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2. Every parameter in an active section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**must**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be provided — do not omit any.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3. When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`connected: true`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(one-piece dress/jumpsuit), set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to a small value (e.g. 0.5) so the upper piece ends at the waist.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4. Always provide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`collar`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sections when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is not null — even when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`strapless: true`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5. When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`sleeveless: true`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still provide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armhole_shape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 When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`sleeveless: false`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armhole_shape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is always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ArmholeCurve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6. When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left.enable_asym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false`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omit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left.shirt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left.collar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left.sleeve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7.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GodetSkirt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requires an additional base skirt section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`skirt`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or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`pencil-skirt`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).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8. Ensure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`meta`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is not fully empty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cannot all be null).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9. For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SkirtCircle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AsymmSkirtCircle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SkirtManyPanels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: do not output both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meta.upper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null`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meta.wb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null`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10. Output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**only**</a:t>
            </a:r>
            <a:r>
              <a:rPr lang="en" altLang="zh-CN" sz="5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the YAML code block.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Reference: Body Measurement Specification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{{BODY_DOCS}}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Reference: Design Parameter Specification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{{DESIGN_DOCS}}</a:t>
            </a:r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023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153C771-2C2A-7540-AD9F-A293F30D0D21}"/>
              </a:ext>
            </a:extLst>
          </p:cNvPr>
          <p:cNvSpPr txBox="1"/>
          <p:nvPr/>
        </p:nvSpPr>
        <p:spPr>
          <a:xfrm>
            <a:off x="262466" y="174769"/>
            <a:ext cx="6333067" cy="9556462"/>
          </a:xfrm>
          <a:prstGeom prst="rect">
            <a:avLst/>
          </a:prstGeom>
          <a:solidFill>
            <a:srgbClr val="FEF6E3"/>
          </a:solidFill>
        </p:spPr>
        <p:txBody>
          <a:bodyPr wrap="square">
            <a:spAutoFit/>
          </a:bodyPr>
          <a:lstStyle/>
          <a:p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 Body Measurement Specification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Body measurements describe the person who will wear the garment. All length values are in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**centimeters**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(cm) and angles are in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**degrees**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(deg). These measurements are extracted automatically from a 3D body mesh (SMPL) by the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GarmentMeasurements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pipeline.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Many garment design parameters are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**ratios**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that multiply a body measurement at runtime, so the final garment geometry adapts to different body shapes.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---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Parameter Reference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Overall Dimensions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field | unit | method | meaning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|---|---|---|---|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`height`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BoundingBox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(Y-axis) | Total body height — Y-axis extent of the mesh bounding box.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head_l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Landmark →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BBox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top | Vertical distance from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nape_of_neck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landmark to the top of the bounding box.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`height -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head_l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gives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**shoulder-to-floor height**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the effective construction space for garments. |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Shoulder &amp; Neck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field | unit | method | meaning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|---|---|---|---|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neck_w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VertexTrace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(convex hull) | Neck opening width — length of a convex-hull vertex trace around the neck. Used as baseline for neckline width: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collar.width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= 0`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maps to this value.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shoulder_w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LandmarkDistance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Euclidean distance between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shoulder_left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Determines armhole placement and maximum neckline width.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shoulder_incl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deg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AxisInclination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Angle of the shoulder line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neck_right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→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) relative to horizontal (−Y plane). Controls how bodice panels tilt at the top.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armscye_depth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LandmarkDistance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Euclidean distance between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underarm_right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Controls armhole depth. (In construction, 2.5 cm ease is added internally: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armscye_depth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armscye_depth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+ 2.5`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.) |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Arms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field | unit | method | meaning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|---|---|---|---|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Geodesic | Geodesic (surface) distance from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wrist_right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sleeve.length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a fraction of the remaining arm length after the armhole opening.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arm_pose_angle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deg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AxisInclination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Angle of the arm axis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→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wrist_right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) relative to horizontal (−Y plane). Represents the rest pose angle of the arm in the body model; used for correct 3D sleeve placement.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`wrist`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VertexTrace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(convex hull, ring) | Wrist circumference — convex-hull perimeter of a vertex ring at the wrist. Ensures the sleeve cuff is wide enough: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end_width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≥ wrist / 2`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|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Upper Torso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field | unit | method | meaning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|---|---|---|---|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`bust`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Circumference (MAX) | Bust circumference —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**maximum**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horizontal cross-section perimeter at bust level, found by optimizing the cutting plane up/down within ±2 cm.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a ratio of this.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Surface path (convex hull) | Surface path length on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**right**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side of the torso from the shoulder–neck region down to bust level (sagittal-plane cross-section). Combined with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vert_bust_line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derive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used for collar depth and dart placement.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vert_bust_line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LandmarkDistance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(Y-axis) | Vertical distance from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nape_of_neck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projected along the Y-axis. Combined with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derive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bust_points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LandmarkDistance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Euclidean distance between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bust_left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Used for front dart placement.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underbust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Circumference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Underbust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circumference — horizontal cross-section perimeter at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underbust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level.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back_width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Partial circumference (convex hull) | Back arc length at bust level — the back half of the bust circumference, separated by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bust_side_left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/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landmarks. Determines the front/back panel width split: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front_fraction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= (bust -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back_width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) / 2 / bust`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`waist`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Circumference (MIN) | Waist circumference —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**minimum**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horizontal cross-section perimeter at waist level, found by optimizing the cutting plane within ±2 cm.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Surface path (convex hull) | Surface path length along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**back**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midline from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nape_of_neck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mid_waist_back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a ratio of this — a value of 1.0 reaches exactly to the waist.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waist_over_bust_line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Surface path (convex hull) | Surface path length along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**front**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from shoulder to waist, passing over the bust. Used for front panel length to ensure the fabric covers the bust properly.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waist_back_width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Partial circumference (convex hull) | Back arc length at waist level — the back half of the waist circumference, separated by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waist_side_left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/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Used for front/back panel width distribution at waist level. |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Lower Body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field | unit | method | meaning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|---|---|---|---|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`hips`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Circumference (MAX) | Hip circumference — the </a:t>
            </a:r>
            <a:r>
              <a:rPr lang="en" altLang="zh-CN" sz="5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**maximum**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horizontal cross-section perimeter at hip level. Used for skirt/pants width.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hip_back_width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Partial circumference (convex hull) | Back arc length at hip level — the back half of the hip circumference, separated by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hips_side_left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/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LandmarkDistance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(Y-axis) | Vertical distance from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along the Y-axis. Represents the waist-to-hip distance.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waistband.width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a ratio of this. Also used to compute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hip_inclination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deg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AxisInclination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Angle of the hip side line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→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) relative to vertical (X-plane). Affects pant and skirt panel shaping. (Internally halved: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hip_inclination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hip_inclination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/ 2`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.)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bum_points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LandmarkDistance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Euclidean distance between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bum_left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bum_right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Used for back dart placement in pants.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crotch_hip_diff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</a:t>
            </a:r>
            <a:r>
              <a:rPr lang="en" altLang="zh-CN" sz="5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LandmarkDistance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(Y-axis) | Vertical distance from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hips_side_right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crotch_point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along the Y-axis. Used for pants crotch curve depth.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leg_circ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cm | Circumference (min of L/R) | Upper leg (thigh) circumference — the minimum of left and right leg measurements, each found by optimizing the cutting plane downward.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pants.flare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relative to this. |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---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Derived Parameters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These are computed automatically by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BodyParameters.eval_dependencies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()`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from the raw measurements. They appear with a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prefix and are used directly in garment construction.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derived field | formula | meaning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waist_level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`height -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head_l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Height of the waist above the floor (cm). Used for 3D positioning of lower-body garments.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waist_level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Effective leg length from hip level to the floor (cm).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pants.length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are fractions of this.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base_sleeve_balance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shoulder_w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- 2`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Adjusted shoulder width for sleeve placement (2 cm inward for better fit).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`2/3 ×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vert_bust_line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+ 1/3 ×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Blended bust depth — weighted average of the vertical and surface-path bust line distances. Used for collar depth (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collar.fc_depth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collar.bc_depth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are ratios of this) and dart vertical positioning. Falls back to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if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vert_bust_line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unavailable.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hip_inclination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hip_inclination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/ 2`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Halved hip inclination angle for smoother fabric distribution in pants/skirts.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shoulder_incl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shoulder_incl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Shoulder inclination (passed through unchanged).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armscye_depth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armscye_depth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+ 2.5`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Armhole depth with 2.5 cm ease for comfortable fit. |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---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How Body Measurements Map to Design Parameters</a:t>
            </a: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Understanding these relationships helps set accurate design values:</a:t>
            </a:r>
          </a:p>
          <a:p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design parameter | body reference | physical meaning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Torso coverage from shoulder. 1.0 = reaches the waist.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bust`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`bust`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Garment width at bust level. 1.0 = exact body fit (no ease).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collar.fc_depth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How far the front neckline drops. 1.0 = reaches bust level.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collar.bc_depth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How far the back neckline drops. 1.0 = reaches bust level.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collar.width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neck_w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shoulder_w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Interpolates between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neck_w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(at 0) and shoulder edge (at 1.0). Negative values narrow below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neck_w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sleeve.length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(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- opening)`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Sleeve reach from armhole. ~0.5 ≈ elbow length, 1.0 = full wrist.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waistband.width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hips_line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Waistband height. 0.5 = covers half the waist-to-hip distance.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waistband.waist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waist`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`waist`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Waistband circumference. 1.0 = exact waist fit.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Skirt length below waist. ~0.4 ≈ knee length.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pants.length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`_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leg_length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Pant leg length. ~0.5 ≈ knee, 1.0 = ankle.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pants.width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×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min_ext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leg_circ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`hips`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Crotch extension width.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min_ext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leg_circ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- hips/2 + 5`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 |</a:t>
            </a:r>
          </a:p>
          <a:p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pants.flare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relative to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leg_circ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leg_circ</a:t>
            </a:r>
            <a:r>
              <a:rPr lang="en" altLang="zh-CN" sz="5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Pant leg opening width. 1.0 = straight fit matching thigh circumference. |</a:t>
            </a:r>
            <a:br>
              <a:rPr lang="en" altLang="zh-CN" sz="5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endParaRPr lang="en" altLang="zh-CN" sz="5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7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153C771-2C2A-7540-AD9F-A293F30D0D21}"/>
              </a:ext>
            </a:extLst>
          </p:cNvPr>
          <p:cNvSpPr txBox="1"/>
          <p:nvPr/>
        </p:nvSpPr>
        <p:spPr>
          <a:xfrm>
            <a:off x="262466" y="237982"/>
            <a:ext cx="6333067" cy="41949945"/>
          </a:xfrm>
          <a:prstGeom prst="rect">
            <a:avLst/>
          </a:prstGeom>
          <a:solidFill>
            <a:srgbClr val="FEF6E3"/>
          </a:solidFill>
        </p:spPr>
        <p:txBody>
          <a:bodyPr wrap="square">
            <a:spAutoFit/>
          </a:bodyPr>
          <a:lstStyle/>
          <a:p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 Garment Design Parameter Specification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 YAML file following this specification fully describes one garment outfit — its structure, shape, and style. The file is a nested key-value structure where every leaf node holds a concrete value (number, 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boolean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or string).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How It Works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 garment is composed of 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**parts**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an optional upper body (shirt/top), an optional lower body (skirt/pants), and optional accessories (waistband, collar, sleeves, cuffs). The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`meta`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section declares which parts are present; each active part has a corresponding 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**section**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of parameters.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**Key principles:**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`meta`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is always required. It determines which other sections must appear.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Sections for inactive parts should be omitted.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means "none / disabled".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All numeric values must stay within their specified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`[min, max]`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range.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Every parameter in an active section must be provided — do not omit any.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Value Types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In the parameter definitions below, types are annotated as: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`float [min, max]`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floating-point number within range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`int [min, max]`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integer within range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`bool`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`true`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or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`false`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`A | B | C`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pick exactly one from the listed options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`A | B | null`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pick one, or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to disable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Most numeric parameters are 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**ratios**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(multiplied by a body measurement at runtime). A few are 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**absolute**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(cm or degrees) — noted where applicable.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---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Section Activation Rules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The values in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`meta`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determine which sections to include: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meta field | value | required sections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`Shirt`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`shirt`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`collar`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FittedShirt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`shirt`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`length`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ignored),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`collar`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*(none)*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StraightWB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or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FittedWB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`waistband`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*(none)*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`Skirt2`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`skirt`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SkirtCircle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AsymmSkirtCircle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or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SkirtManyPanels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`flare-skirt`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PencilSkirt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`pencil-skirt`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GodetSkirt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`godet-skirt`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+ the base skirt section (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`skirt`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or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`pencil-skirt`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per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`godet-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skirt.base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)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SkirtLevels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`levels-skirt`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`Pants`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`pants`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*(none)*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The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`left`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section is always present. If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left.enable_asym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true`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also include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left.shirt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left.collar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left.sleeve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---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Parameter Reference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meta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*(always required)*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Declares which garment parts exist and how they connect.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meta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upper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FittedShirt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null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StraightWB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FittedWB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null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bottom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SkirtCircle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AsymmSkirtCircle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GodetSkirt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Pants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Skirt2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 err="1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SkirtManyPanels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 err="1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PencilSkirt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 err="1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SkirtLevels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null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connected: bool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field | meaning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`Shirt`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regular top (t-shirt, blouse);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FittedShirt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body-hugging top (tube top, bustier);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no upper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StraightWB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straight waistband;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FittedWB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shaped/fitted waistband;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no waistband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lower-body garment type (see sections below);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`null`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no lower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`connected`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`true`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upper and lower are sewn together as one piece (dress, jumpsuit);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`false`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= separate pieces.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`true`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set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shirt.length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a small value (e.g. 0.5) |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waistband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 is not null)*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waistband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waist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waist fit ratio (× body waist); 1.0 = body-tight, 1.5 = comfortable, 2.0 = very loose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[0.1, 1.0]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band height ratio (× hip-to-waist distance); 0.1 = narrow strip, 1.0 = covers entire hip-to-waist span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shirt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 is not null)*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Controls the torso piece.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shirt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strapless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bool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strapless/tube top; only effective when upper =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FittedShirt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(ignored for Shirt)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[0.5, 3.5]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length ratio (× shoulder-to-waist distance); 0.5 = cropped, 1.0 = at waist, 1.2 = below waist, 3.0 = long tunic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1.3]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width ratio (× bust); 1.0 = fitted, 1.3 = oversized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flare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[0.7, 1.6]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hem-to-chest ratio; &lt;1 = tapered, 1 = straight, &gt;1 = A-line/flared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&gt;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 =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FittedShirt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`length`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 is still present in the YAML but ignored — the tight-fit bodice construction determines length from body measurements.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collar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 is not null)*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Defines the neckline shape and optional collar attachment. Always provide this section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is set, even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`strapless: true`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— the neckline depth values are still used internally for strapless construction.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collar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f_collar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CircleNeckHalf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CurvyNeckHalf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VNeckHalf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SquareNeckHalf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 err="1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TrapezoidNeckHalf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 err="1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CircleArcNeckHalf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dirty="0">
                <a:solidFill>
                  <a:srgbClr val="DC322F"/>
                </a:solidFill>
                <a:effectLst/>
                <a:latin typeface="Menlo" panose="020B0609030804020204" pitchFamily="49" charset="0"/>
              </a:rPr>
              <a:t>Bezier2NeckHalf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b_collar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(same options as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f_collar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width: float [-0.5, 1.0] # neckline width factor; 0 = at neck, 1 = max shoulder width, negative = narrower than neck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fc_depth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[0.3, 2.0] # front neckline depth ratio (× bust-line height)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bc_depth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[0.0, 2.0] # back neckline depth ratio (× bust-line height); 0 = no back neckline drop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fc_angle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int [70, 110] # front neckline angle in degrees (for Trapezoid /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CircleArc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bc_angle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int [70, 110] # back neckline angle in degrees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f_bezier_x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[0.05, 0.95] # front Bezier control point x, normalized (for Bezier2)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f_bezier_y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[0.05, 0.95] # front Bezier control point y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b_bezier_x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[0.05, 0.95] # back Bezier control point x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b_bezier_y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[0.05, 0.95] # back Bezier control point y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bool # mirror the front neckline curve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bool # mirror the back neckline curve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component: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style: Turtle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SimpleLapel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Hood2Panels | null # collar attachment; null = none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depth: int [2, 8] # attachment height (cm, absolute)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lapel_standing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bool # whether the lapel stands up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hood_depth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[1.0, 2.0] # hood depth ratio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hood_length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float [1.0, 1.5] # hood length ratio (× head length)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**Neckline types:**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type | shape | extra params needed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|---|---|---|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CircleNeckHalf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round / crew neck | —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CurvyNeckHalf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smooth curved neck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VNeckHalf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V-neck | —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SquareNeckHalf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square neck | —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TrapezoidNeckHalf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trapezoid neck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fc_angle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bc_angle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CircleArcNeckHalf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elliptical arc neck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fc_angle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bc_angle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`Bezier2NeckHalf`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 quadratic Bezier curve neck |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f_bezier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_*`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b_bezier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_*`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b_flip_curve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|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&gt; All neckline types use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`width`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fc_depth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bc_depth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. The angle, Bezier, and flip params are always present in the YAML but only take effect for the matching type.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sleeve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 is not null)*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sleeve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sleeveless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bool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true = no sleeves (armhole-only cutout)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armhole_shape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ArmholeSquare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ArmholeAngle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ArmholeCurve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only effective when sleeveless; with sleeves, always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ArmholeCurve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[0.1, 1.15]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fraction of arm length; 0.2 = short, 0.5 = elbow, 0.75 = 3/4, 1.0 = full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connecting_width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armhole depth factor; controls how far the sleeve extends into the bodice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end_width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[0.2,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opening ratio (× armhole width); &lt;1 = narrowing, 1 = straight, &gt;1 = bell/flared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sleeve_angle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[10, 50]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rest angle at shoulder (degrees, absolute); smaller = closer to body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opening_dir_mix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[-0.9, 0.8]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edge direction blend; negative = more horizontal, positive = more downward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smoothing_coeff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[0.1, 0.4]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armhole curve smoothness (for non-curve shapes)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standing_shoulder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bool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puff shoulder effect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standing_shoulder_len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[4, 10]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puff extent (cm, absolute)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connect_ruffle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shoulder ruffle; 1.0 = none, 2.0 = heavy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cuff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CuffBand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CuffSkirt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CuffBandSkirt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null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style; null = plain edge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top_ruffle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3.0]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ruffle at top of cuff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cuff_len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[0.05,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length as fraction of arm length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skirt_fraction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[0.1,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skirt portion of cuff (for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CuffSkirt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/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CuffBandSkirt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skirt_flare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skirt flare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skirt_ruffle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1.5]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skirt ruffle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&gt;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`sleeveless: true`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armhole_shape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 controls the armhole cutout shape (all three options available); other sleeve params can use defaults.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`sleeveless: false`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, the armhole is always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 regardless of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armhole_shape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left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*(asymmetric design)*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By default the garment is symmetric (left side mirrors right). Set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enable_asym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true`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to give the left side independent parameters.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enable_asym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bool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false = symmetric; true = left side has its own params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enable_asym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true`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add these sub-sections under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`left`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left.shirt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same fields as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`shirt`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but 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**without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`length`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(length is shared)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left.collar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same fields as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`collar`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but 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**without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fc_depth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bc_depth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, and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`component`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(depth is shared with right side; collar attachment is disabled for asymmetric designs)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left.sleeve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— same fields as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`sleeve`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The main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`shirt`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`collar`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sections define the </a:t>
            </a:r>
            <a:r>
              <a:rPr lang="en" altLang="zh-CN" sz="800" b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**right**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side.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skirt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 = Skirt2`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 basic straight skirt with optional flare and slit.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[-0.2, 0.95]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fraction of leg length; negative = above hip, 0 = at hip, 0.4 = knee, 0.7 = mid-calf, 0.95 = floor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rise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[0.5, 1.0]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waist rise; 0.5 = low-rise, 0.75 = mid, 1.0 = high-waist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ruffle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waist gather/ruffle multiplier; 1.0 = none, 2.0 = double-gathered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bottom_cut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hem slit depth ratio (× skirt length); 0 = no slit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flare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[0, 20]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hem flare angle (degrees, absolute)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flare-skirt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sz="800" b="0" i="1" dirty="0" err="1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SkirtCircle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i="1" dirty="0" err="1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AsymmSkirtCircle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i="1" dirty="0" err="1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SkirtManyPanels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 full/circle skirt. Sub-fields activate depending on the exact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`bottom`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type.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flare-skirt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[-0.2, 0.95]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fraction of leg length; negative = above hip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rise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[0.5, 1.0]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waist rise; 0.5 = low-rise, 1.0 = high-waist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suns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[0.1, 1.95]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fullness; 0.1 = slight flare, 1.0 = full circle, 1.95 = extreme gather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skirt-many-panels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only for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SkirtManyPanels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n_panels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[4, 15]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panel_curve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-0.35 | -0.25 | -0.15 | 0 | 0.15 | 0.25 | 0.35 | 0.45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seam curvature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asymm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only for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AsymmSkirtCircle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front_length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[0.1,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front-to-back length ratio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cut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bool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whether to add a slit/cutout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[0.05, 0.95]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slit depth (fraction of skirt length)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[0.05, 0.4]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slit width (fraction of skirt length)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place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[-1, 1]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position; -1 = center back, 0 = side, 1 = center front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godet-skirt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 =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GodetSkirt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 skirt with triangular fabric inserts at the hem for added flare.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godet-skirt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base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Skirt2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PencilSkirt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base skirt type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insert_w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[10, 50]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insert width (cm, absolute)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insert_depth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[10, 50]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insert depth (cm, absolute)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num_inserts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4 | 6 | 8 | 10 | 12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number of inserts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cuts_distance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[0, 10]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spacing between inserts (cm, absolute)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&gt; You must also include the section for the base skirt (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`skirt`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 if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`base = Skirt2`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, or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`pencil-skirt`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 if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`base =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PencilSkirt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859900"/>
                </a:solidFill>
                <a:effectLst/>
                <a:latin typeface="Menlo" panose="020B0609030804020204" pitchFamily="49" charset="0"/>
              </a:rPr>
              <a:t>).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pencil-skirt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 =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PencilSkirt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 fitted, narrow skirt.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pencil-skirt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[0.2, 0.95]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fraction of leg length; 0.4 = above knee, 0.5 = knee, 0.95 = floor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rise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[0.5, 1.0]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waist rise; 0.5 = low-rise, 1.0 = high-waist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flare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[0.6, 1.5]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hem width ratio; &lt;1 = tight/hobble, 1 = straight, &gt;1 = slight flare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low_angle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[-30, 30]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hem tilt angle (degrees, absolute); 0 = level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front_slit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front center slit depth (fraction of skirt length); 0 = no slit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back_slit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back center slit depth (fraction of skirt length); 0 = no slit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left_slit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left side opening (fraction of side edge); 0 = no slit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right_slit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right side opening (fraction of side edge); 0 = no slit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style_side_cut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Sun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SIGGRAPH_logo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null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decorative side cutout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levels-skirt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 =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SkirtLevels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A tiered/layered skirt with a top tier and one or more lower tiers.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levels-skirt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base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Skirt2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PencilSkirt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SkirtCircle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AsymmSkirtCircle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top tier style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level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Skirt2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SkirtCircle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AsymmSkirtCircle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lower tiers style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num_levels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int [1, 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number of lower tiers (total tiers =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num_levels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+ 1)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level_ruffle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1.7]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ruffle per tier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[0.2, 0.95]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total skirt length (fraction of leg length)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rise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[0.5, 1.0]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waist rise; 0.5 = low-rise, 1.0 = high-waist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base_length_frac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[0.2, 0.8]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top tier's share of total length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### pants 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*(when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`bottom = Pants`</a:t>
            </a:r>
            <a:r>
              <a:rPr lang="en" altLang="zh-CN" sz="800" b="0" i="1" dirty="0">
                <a:solidFill>
                  <a:srgbClr val="D33682"/>
                </a:solidFill>
                <a:effectLst/>
                <a:latin typeface="Menlo" panose="020B0609030804020204" pitchFamily="49" charset="0"/>
              </a:rPr>
              <a:t>)*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  <a:r>
              <a:rPr lang="en" altLang="zh-CN" sz="800" b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yaml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pants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[0.2,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fraction of leg length; 0.2 = micro shorts, 0.45 = knee, 0.7 = cropped, 0.9 = full-length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1.5]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crotch/hip width factor; 1.0 = slim fit, 1.5 = wide/relaxed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flare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[0.5, 1.2]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leg opening ratio (× leg circumference); &lt;1 = tapered, 1 = straight, &gt;1 = flared/bell-bottom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rise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[0.5, 1.0]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waist rise; 0.5 = low-rise, 0.75 = mid, 1.0 = high-waist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cuff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" altLang="zh-CN" sz="800" b="0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CuffBand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CuffSkirt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CuffBandSkirt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 | null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style; null = plain edge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top_ruffle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ruffle at top of cuff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cuff_len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[0.05,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length as fraction of leg length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skirt_fraction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[0.1, 0.9]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skirt portion of cuff (for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CuffSkirt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 / </a:t>
            </a:r>
            <a:r>
              <a:rPr lang="en" altLang="zh-CN" sz="800" b="0" i="1" dirty="0" err="1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CuffBandSkirt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)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skirt_flare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2.0]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skirt flare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 err="1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skirt_ruffle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float [1.0, 1.5]</a:t>
            </a: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800" b="0" i="1" dirty="0">
                <a:solidFill>
                  <a:srgbClr val="93A1A1"/>
                </a:solidFill>
                <a:effectLst/>
                <a:latin typeface="Menlo" panose="020B0609030804020204" pitchFamily="49" charset="0"/>
              </a:rPr>
              <a:t># cuff skirt ruffle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```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---</a:t>
            </a: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1" dirty="0">
                <a:solidFill>
                  <a:srgbClr val="268BD2"/>
                </a:solidFill>
                <a:effectLst/>
                <a:latin typeface="Menlo" panose="020B0609030804020204" pitchFamily="49" charset="0"/>
              </a:rPr>
              <a:t>## Rules Summary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1. All numeric values must be within the specified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`[min, max]`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range.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2. Every parameter in an active section must be provided.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3.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`connected: true`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(one-piece dress), set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shirt.length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small (e.g. 0.5).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4. Always provide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`collar`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`upper`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is not null — even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`strapless: true`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5.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`sleeveless: true`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armhole_shape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determines the cutout shape.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`sleeveless: false`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ArmholeCurve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is always used.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6. When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left.enable_asym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: false`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omit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left.shirt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left.collar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left.sleeve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7.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GodetSkirt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requires an additional base skirt section;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 err="1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SkirtLevels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uses </a:t>
            </a:r>
            <a:r>
              <a:rPr lang="en" altLang="zh-CN" sz="800" b="0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`levels-skirt`</a:t>
            </a:r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 params.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800" b="0" dirty="0">
                <a:solidFill>
                  <a:srgbClr val="B58900"/>
                </a:solidFill>
                <a:effectLst/>
                <a:latin typeface="Menlo" panose="020B0609030804020204" pitchFamily="49" charset="0"/>
              </a:rPr>
              <a:t>8. Output only the YAML content. No extra text or explanation.</a:t>
            </a:r>
            <a:endParaRPr lang="en" altLang="zh-CN" sz="800" b="0" dirty="0">
              <a:solidFill>
                <a:srgbClr val="657B83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8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---</a:t>
            </a:r>
          </a:p>
        </p:txBody>
      </p:sp>
    </p:spTree>
    <p:extLst>
      <p:ext uri="{BB962C8B-B14F-4D97-AF65-F5344CB8AC3E}">
        <p14:creationId xmlns:p14="http://schemas.microsoft.com/office/powerpoint/2010/main" val="3728448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6424</Words>
  <Application>Microsoft Macintosh PowerPoint</Application>
  <PresentationFormat>A4 纸张(210x297 毫米)</PresentationFormat>
  <Paragraphs>337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Menlo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3</cp:revision>
  <dcterms:created xsi:type="dcterms:W3CDTF">2026-04-12T15:12:16Z</dcterms:created>
  <dcterms:modified xsi:type="dcterms:W3CDTF">2026-04-12T16:32:12Z</dcterms:modified>
</cp:coreProperties>
</file>