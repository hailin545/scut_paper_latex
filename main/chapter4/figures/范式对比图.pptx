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22"/>
  </p:normalViewPr>
  <p:slideViewPr>
    <p:cSldViewPr snapToGrid="0" snapToObjects="1">
      <p:cViewPr varScale="1">
        <p:scale>
          <a:sx n="111" d="100"/>
          <a:sy n="111" d="100"/>
        </p:scale>
        <p:origin x="56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EC6B45-E3E6-ED44-9E9A-43496020BB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CFE80CE-8258-4347-8168-1D9D359FBF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31AFC8C-447B-B943-8422-441C69B13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A7DA3-2D2C-9B4F-9237-51F85B21BD7E}" type="datetimeFigureOut">
              <a:rPr kumimoji="1" lang="zh-CN" altLang="en-US" smtClean="0"/>
              <a:t>2026/3/4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71C9FB0-05AD-2142-BF52-CF5282A1B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2A4EAA7-0F34-D146-808A-F57542CAB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61E69-6B18-BF48-A223-9C53B0F9970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988880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1066BE-9C3E-384F-B7CE-8DB57A937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356EF87-66BC-F949-9A42-9454FDA7CD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5DA7ED3-5C46-524B-8098-04DC4FF70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A7DA3-2D2C-9B4F-9237-51F85B21BD7E}" type="datetimeFigureOut">
              <a:rPr kumimoji="1" lang="zh-CN" altLang="en-US" smtClean="0"/>
              <a:t>2026/3/4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E1EF349-3A64-1844-B761-8AA37D4A7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7B6A9A6-6913-8946-B3C6-4FE2E37FC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61E69-6B18-BF48-A223-9C53B0F9970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285498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7B3FD8-DF1A-834E-800D-8D813108B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9C34D59-B675-F84D-B477-DAD543C5EB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813EEC8-65C5-6C46-8026-BD089835EA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A7DA3-2D2C-9B4F-9237-51F85B21BD7E}" type="datetimeFigureOut">
              <a:rPr kumimoji="1" lang="zh-CN" altLang="en-US" smtClean="0"/>
              <a:t>2026/3/4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5B75B94-8792-874D-9D38-71F5EBF16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01B5F40-8CED-6D43-A6D2-62B0B9CF1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61E69-6B18-BF48-A223-9C53B0F9970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635929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40DD62-9653-B64E-96EF-540818847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AF3BEA2-2D05-CD42-900A-31810E95A2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7E6E227-4F36-344F-B489-497DE44988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D9EA732-D1D6-9347-A77A-B1BD6931A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A7DA3-2D2C-9B4F-9237-51F85B21BD7E}" type="datetimeFigureOut">
              <a:rPr kumimoji="1" lang="zh-CN" altLang="en-US" smtClean="0"/>
              <a:t>2026/3/4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440972F-F58F-A14B-B1AD-080930EC4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87B6EC3-C28A-7F4F-B9EF-7566D4B77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61E69-6B18-BF48-A223-9C53B0F9970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198952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15FC10-D3A1-E548-BF69-20A348D81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5002C56-1502-554D-B5D5-91F33E2816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E54ABA7-8FB4-9749-B983-29574339D6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180954B-96ED-8448-A4AF-6EF7068EB2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AD8E05E-CD50-FF49-9577-5210CC63BE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3F9B93A-8543-2043-9212-4DF43495B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A7DA3-2D2C-9B4F-9237-51F85B21BD7E}" type="datetimeFigureOut">
              <a:rPr kumimoji="1" lang="zh-CN" altLang="en-US" smtClean="0"/>
              <a:t>2026/3/4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BE6C526-9150-1943-9853-B98E93C4B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605B7FC-5B16-1148-93D9-DACB867F0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61E69-6B18-BF48-A223-9C53B0F9970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990884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089BC6-8663-7B44-BCC8-23D288740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981BB69-BA39-7B4B-A755-A1899BE8B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A7DA3-2D2C-9B4F-9237-51F85B21BD7E}" type="datetimeFigureOut">
              <a:rPr kumimoji="1" lang="zh-CN" altLang="en-US" smtClean="0"/>
              <a:t>2026/3/4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AFC8946-8FF8-9443-87DB-E111207A08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02A021E-F427-B84C-BD43-D9C1E5CE4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61E69-6B18-BF48-A223-9C53B0F9970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45729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4C70825-37FA-D949-96D8-51C86FDBA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A7DA3-2D2C-9B4F-9237-51F85B21BD7E}" type="datetimeFigureOut">
              <a:rPr kumimoji="1" lang="zh-CN" altLang="en-US" smtClean="0"/>
              <a:t>2026/3/4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D2D43B7-548C-5D47-85A4-BE48D738AC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64F009B-AF43-5F44-94E2-8E4C04DE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61E69-6B18-BF48-A223-9C53B0F9970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64600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323500-2EF5-E144-8F49-EA2BE0F0F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7498797-8635-2141-AC20-39018CA122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55C0BDD-3B17-0943-9BF9-A507901B8F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7ABCB65-3AB0-EB48-9C08-43B32A9CB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A7DA3-2D2C-9B4F-9237-51F85B21BD7E}" type="datetimeFigureOut">
              <a:rPr kumimoji="1" lang="zh-CN" altLang="en-US" smtClean="0"/>
              <a:t>2026/3/4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C50B5A4-FB46-4F40-96CD-152283AC9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EFB2ADA-F3DD-AD41-BF03-6186664FC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61E69-6B18-BF48-A223-9C53B0F9970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58996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13D571-04B2-4349-83C1-F40DA8EC4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BAD6870-3B7C-2A4B-9F2F-3EEE0C8302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883C0D2-278B-2A4E-A70A-A390C1D7A6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3AAE6E7-9A8F-BA4B-9A09-0C6D9D687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A7DA3-2D2C-9B4F-9237-51F85B21BD7E}" type="datetimeFigureOut">
              <a:rPr kumimoji="1" lang="zh-CN" altLang="en-US" smtClean="0"/>
              <a:t>2026/3/4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EC22980-18DE-C04A-AC67-4675C7E79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663ACDD-2F71-094E-AC53-D793D415B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61E69-6B18-BF48-A223-9C53B0F9970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50175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327780-F5B7-884B-8B8F-D7B36BE88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25EB4CD-30A9-5B40-A365-F35F56A3F3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D809DE2-E943-AC47-A0D1-BBA86F38E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A7DA3-2D2C-9B4F-9237-51F85B21BD7E}" type="datetimeFigureOut">
              <a:rPr kumimoji="1" lang="zh-CN" altLang="en-US" smtClean="0"/>
              <a:t>2026/3/4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51AAC7-A292-F14B-897F-F49FCB710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DC7E742-14EF-3340-97A2-3D3AD2887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61E69-6B18-BF48-A223-9C53B0F9970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990512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0413A82E-AB86-6C44-A6FB-C4E825AA62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61FFF9C-49A2-0D4A-A6D4-33B04B239E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022E5C1-FD35-5347-86E8-A8258ACA1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A7DA3-2D2C-9B4F-9237-51F85B21BD7E}" type="datetimeFigureOut">
              <a:rPr kumimoji="1" lang="zh-CN" altLang="en-US" smtClean="0"/>
              <a:t>2026/3/4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2109780-E4AF-3A43-93D9-4ABBA1715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C2EF2EE-4150-AD49-B054-F235EE0ED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61E69-6B18-BF48-A223-9C53B0F9970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131100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26CD453-1192-774B-8A96-BEDBC6077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374BDA-5A23-F14F-B732-64A514B4A5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456A8DF-4FEB-7549-BBDB-3585F14B6E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7A7DA3-2D2C-9B4F-9237-51F85B21BD7E}" type="datetimeFigureOut">
              <a:rPr kumimoji="1" lang="zh-CN" altLang="en-US" smtClean="0"/>
              <a:t>2026/3/4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91C736-09A8-B94F-9569-EA514C5E3C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76A1647-8992-3E49-928F-A09BFC17D6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C61E69-6B18-BF48-A223-9C53B0F9970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505881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6585E2A-B9F9-0147-81F4-3AD5FA9CB3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0635" y="0"/>
            <a:ext cx="12273270" cy="6956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68283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769</TotalTime>
  <Words>0</Words>
  <Application>Microsoft Macintosh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User</dc:creator>
  <cp:lastModifiedBy>Microsoft Office User</cp:lastModifiedBy>
  <cp:revision>1</cp:revision>
  <dcterms:created xsi:type="dcterms:W3CDTF">2026-03-04T02:05:35Z</dcterms:created>
  <dcterms:modified xsi:type="dcterms:W3CDTF">2026-03-04T14:54:41Z</dcterms:modified>
</cp:coreProperties>
</file>