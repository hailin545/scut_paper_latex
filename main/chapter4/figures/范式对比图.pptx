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DFF7"/>
    <a:srgbClr val="D9EDC8"/>
    <a:srgbClr val="F8CE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6"/>
    <p:restoredTop sz="94681"/>
  </p:normalViewPr>
  <p:slideViewPr>
    <p:cSldViewPr snapToGrid="0" snapToObjects="1">
      <p:cViewPr varScale="1">
        <p:scale>
          <a:sx n="210" d="100"/>
          <a:sy n="210" d="100"/>
        </p:scale>
        <p:origin x="10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C6B45-E3E6-ED44-9E9A-43496020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FE80CE-8258-4347-8168-1D9D359FB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1AFC8C-447B-B943-8422-441C69B1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A7DA3-2D2C-9B4F-9237-51F85B21BD7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1C9FB0-05AD-2142-BF52-CF5282A1B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A4EAA7-0F34-D146-808A-F57542CAB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61E69-6B18-BF48-A223-9C53B0F997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8888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066BE-9C3E-384F-B7CE-8DB57A93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56EF87-66BC-F949-9A42-9454FDA7C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DA7ED3-5C46-524B-8098-04DC4FF7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A7DA3-2D2C-9B4F-9237-51F85B21BD7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1EF349-3A64-1844-B761-8AA37D4A7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B6A9A6-6913-8946-B3C6-4FE2E37F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61E69-6B18-BF48-A223-9C53B0F997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854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B3FD8-DF1A-834E-800D-8D813108B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C34D59-B675-F84D-B477-DAD543C5E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13EEC8-65C5-6C46-8026-BD089835E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A7DA3-2D2C-9B4F-9237-51F85B21BD7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B75B94-8792-874D-9D38-71F5EBF16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1B5F40-8CED-6D43-A6D2-62B0B9CF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61E69-6B18-BF48-A223-9C53B0F997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3592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0DD62-9653-B64E-96EF-540818847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F3BEA2-2D05-CD42-900A-31810E95A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E6E227-4F36-344F-B489-497DE4498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9EA732-D1D6-9347-A77A-B1BD6931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A7DA3-2D2C-9B4F-9237-51F85B21BD7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40972F-F58F-A14B-B1AD-080930EC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7B6EC3-C28A-7F4F-B9EF-7566D4B7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61E69-6B18-BF48-A223-9C53B0F997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9895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5FC10-D3A1-E548-BF69-20A348D81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002C56-1502-554D-B5D5-91F33E281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54ABA7-8FB4-9749-B983-29574339D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80954B-96ED-8448-A4AF-6EF7068EB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D8E05E-CD50-FF49-9577-5210CC63B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3F9B93A-8543-2043-9212-4DF43495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A7DA3-2D2C-9B4F-9237-51F85B21BD7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BE6C526-9150-1943-9853-B98E93C4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05B7FC-5B16-1148-93D9-DACB867F0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61E69-6B18-BF48-A223-9C53B0F997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9088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89BC6-8663-7B44-BCC8-23D288740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81BB69-BA39-7B4B-A755-A1899BE8B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A7DA3-2D2C-9B4F-9237-51F85B21BD7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FC8946-8FF8-9443-87DB-E111207A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2A021E-F427-B84C-BD43-D9C1E5CE4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61E69-6B18-BF48-A223-9C53B0F997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5729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C70825-37FA-D949-96D8-51C86FDBA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A7DA3-2D2C-9B4F-9237-51F85B21BD7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2D43B7-548C-5D47-85A4-BE48D738A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4F009B-AF43-5F44-94E2-8E4C04DE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61E69-6B18-BF48-A223-9C53B0F997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4600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23500-2EF5-E144-8F49-EA2BE0F0F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498797-8635-2141-AC20-39018CA12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5C0BDD-3B17-0943-9BF9-A507901B8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ABCB65-3AB0-EB48-9C08-43B32A9C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A7DA3-2D2C-9B4F-9237-51F85B21BD7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50B5A4-FB46-4F40-96CD-152283AC9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FB2ADA-F3DD-AD41-BF03-6186664FC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61E69-6B18-BF48-A223-9C53B0F997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8996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13D571-04B2-4349-83C1-F40DA8EC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AD6870-3B7C-2A4B-9F2F-3EEE0C830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83C0D2-278B-2A4E-A70A-A390C1D7A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AAE6E7-9A8F-BA4B-9A09-0C6D9D68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A7DA3-2D2C-9B4F-9237-51F85B21BD7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C22980-18DE-C04A-AC67-4675C7E79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63ACDD-2F71-094E-AC53-D793D415B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61E69-6B18-BF48-A223-9C53B0F997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0175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27780-F5B7-884B-8B8F-D7B36BE88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5EB4CD-30A9-5B40-A365-F35F56A3F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809DE2-E943-AC47-A0D1-BBA86F38E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A7DA3-2D2C-9B4F-9237-51F85B21BD7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51AAC7-A292-F14B-897F-F49FCB710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C7E742-14EF-3340-97A2-3D3AD288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61E69-6B18-BF48-A223-9C53B0F997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9051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413A82E-AB86-6C44-A6FB-C4E825AA62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1FFF9C-49A2-0D4A-A6D4-33B04B239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22E5C1-FD35-5347-86E8-A8258ACA1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A7DA3-2D2C-9B4F-9237-51F85B21BD7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109780-E4AF-3A43-93D9-4ABBA1715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2EF2EE-4150-AD49-B054-F235EE0ED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61E69-6B18-BF48-A223-9C53B0F997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3110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6CD453-1192-774B-8A96-BEDBC607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374BDA-5A23-F14F-B732-64A514B4A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56A8DF-4FEB-7549-BBDB-3585F14B6E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A7DA3-2D2C-9B4F-9237-51F85B21BD7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91C736-09A8-B94F-9569-EA514C5E3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6A1647-8992-3E49-928F-A09BFC17D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61E69-6B18-BF48-A223-9C53B0F997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058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矩形 198">
            <a:extLst>
              <a:ext uri="{FF2B5EF4-FFF2-40B4-BE49-F238E27FC236}">
                <a16:creationId xmlns:a16="http://schemas.microsoft.com/office/drawing/2014/main" id="{E5511B09-F950-3347-81A2-E523A241B9B6}"/>
              </a:ext>
            </a:extLst>
          </p:cNvPr>
          <p:cNvSpPr/>
          <p:nvPr/>
        </p:nvSpPr>
        <p:spPr>
          <a:xfrm>
            <a:off x="2404085" y="1003890"/>
            <a:ext cx="6571626" cy="15579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1F266106-E1B9-7E4C-986F-536055C72BCB}"/>
              </a:ext>
            </a:extLst>
          </p:cNvPr>
          <p:cNvSpPr/>
          <p:nvPr/>
        </p:nvSpPr>
        <p:spPr>
          <a:xfrm>
            <a:off x="2404085" y="3149937"/>
            <a:ext cx="6571626" cy="15351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2296413-CEAF-644B-B174-B0A20E2A4A19}"/>
              </a:ext>
            </a:extLst>
          </p:cNvPr>
          <p:cNvSpPr/>
          <p:nvPr/>
        </p:nvSpPr>
        <p:spPr>
          <a:xfrm>
            <a:off x="3207059" y="1280417"/>
            <a:ext cx="1641076" cy="676778"/>
          </a:xfrm>
          <a:prstGeom prst="roundRect">
            <a:avLst/>
          </a:prstGeom>
          <a:solidFill>
            <a:srgbClr val="F8CEB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VLM-1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69CDFEB-A49B-A34E-89F1-BE6EBB21A47E}"/>
              </a:ext>
            </a:extLst>
          </p:cNvPr>
          <p:cNvSpPr/>
          <p:nvPr/>
        </p:nvSpPr>
        <p:spPr>
          <a:xfrm>
            <a:off x="5849737" y="1216106"/>
            <a:ext cx="1560138" cy="805399"/>
          </a:xfrm>
          <a:prstGeom prst="roundRect">
            <a:avLst/>
          </a:prstGeom>
          <a:solidFill>
            <a:srgbClr val="D9EDC8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VLM-2</a:t>
            </a:r>
          </a:p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（微调）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93D4378-3181-E943-B2DF-BEC7F55F89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43"/>
          <a:stretch/>
        </p:blipFill>
        <p:spPr>
          <a:xfrm>
            <a:off x="428869" y="1752241"/>
            <a:ext cx="1718666" cy="2054437"/>
          </a:xfrm>
          <a:prstGeom prst="rect">
            <a:avLst/>
          </a:prstGeom>
        </p:spPr>
      </p:pic>
      <p:sp>
        <p:nvSpPr>
          <p:cNvPr id="29" name="圆角矩形 28">
            <a:extLst>
              <a:ext uri="{FF2B5EF4-FFF2-40B4-BE49-F238E27FC236}">
                <a16:creationId xmlns:a16="http://schemas.microsoft.com/office/drawing/2014/main" id="{BF6A6B31-FF9D-0C41-A56D-47E0AADFD47D}"/>
              </a:ext>
            </a:extLst>
          </p:cNvPr>
          <p:cNvSpPr/>
          <p:nvPr/>
        </p:nvSpPr>
        <p:spPr>
          <a:xfrm>
            <a:off x="5768799" y="3548672"/>
            <a:ext cx="1641076" cy="805399"/>
          </a:xfrm>
          <a:prstGeom prst="roundRect">
            <a:avLst/>
          </a:prstGeom>
          <a:solidFill>
            <a:srgbClr val="D9ED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VLM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DCB53BA1-E90B-3C40-9848-2FAF7F7BCE03}"/>
              </a:ext>
            </a:extLst>
          </p:cNvPr>
          <p:cNvSpPr/>
          <p:nvPr/>
        </p:nvSpPr>
        <p:spPr>
          <a:xfrm>
            <a:off x="3118474" y="3615285"/>
            <a:ext cx="1794748" cy="672175"/>
          </a:xfrm>
          <a:prstGeom prst="roundRect">
            <a:avLst/>
          </a:prstGeom>
          <a:solidFill>
            <a:srgbClr val="BFDF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SMPL</a:t>
            </a:r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测量先验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F5207D5-5400-0E47-B57A-7E7F785833C6}"/>
              </a:ext>
            </a:extLst>
          </p:cNvPr>
          <p:cNvSpPr txBox="1"/>
          <p:nvPr/>
        </p:nvSpPr>
        <p:spPr>
          <a:xfrm>
            <a:off x="4634158" y="1650895"/>
            <a:ext cx="13876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服装类别</a:t>
            </a:r>
            <a:endParaRPr kumimoji="1"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预测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74910EC-5A94-5B4E-8B2F-3E590BF74771}"/>
              </a:ext>
            </a:extLst>
          </p:cNvPr>
          <p:cNvSpPr txBox="1"/>
          <p:nvPr/>
        </p:nvSpPr>
        <p:spPr>
          <a:xfrm>
            <a:off x="7315198" y="1632671"/>
            <a:ext cx="11990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尺寸参数</a:t>
            </a:r>
            <a:endParaRPr kumimoji="1"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回归</a:t>
            </a:r>
          </a:p>
        </p:txBody>
      </p:sp>
      <p:cxnSp>
        <p:nvCxnSpPr>
          <p:cNvPr id="112" name="肘形连接符 111">
            <a:extLst>
              <a:ext uri="{FF2B5EF4-FFF2-40B4-BE49-F238E27FC236}">
                <a16:creationId xmlns:a16="http://schemas.microsoft.com/office/drawing/2014/main" id="{20B4BA3D-5EB4-FD42-B205-64D1F99AE0CD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 flipV="1">
            <a:off x="2147535" y="1618806"/>
            <a:ext cx="1059524" cy="116065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肘形连接符 112">
            <a:extLst>
              <a:ext uri="{FF2B5EF4-FFF2-40B4-BE49-F238E27FC236}">
                <a16:creationId xmlns:a16="http://schemas.microsoft.com/office/drawing/2014/main" id="{61718D18-2147-EA42-B84D-21E3BE37294D}"/>
              </a:ext>
            </a:extLst>
          </p:cNvPr>
          <p:cNvCxnSpPr>
            <a:cxnSpLocks/>
            <a:stCxn id="16" idx="3"/>
            <a:endCxn id="41" idx="1"/>
          </p:cNvCxnSpPr>
          <p:nvPr/>
        </p:nvCxnSpPr>
        <p:spPr>
          <a:xfrm>
            <a:off x="2147535" y="2779460"/>
            <a:ext cx="970939" cy="1171913"/>
          </a:xfrm>
          <a:prstGeom prst="bentConnector3">
            <a:avLst>
              <a:gd name="adj1" fmla="val 54366"/>
            </a:avLst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线箭头连接符 117">
            <a:extLst>
              <a:ext uri="{FF2B5EF4-FFF2-40B4-BE49-F238E27FC236}">
                <a16:creationId xmlns:a16="http://schemas.microsoft.com/office/drawing/2014/main" id="{939965DE-8A4F-DE40-A210-D2F1ED9FE51F}"/>
              </a:ext>
            </a:extLst>
          </p:cNvPr>
          <p:cNvCxnSpPr>
            <a:cxnSpLocks/>
            <a:stCxn id="41" idx="3"/>
            <a:endCxn id="29" idx="1"/>
          </p:cNvCxnSpPr>
          <p:nvPr/>
        </p:nvCxnSpPr>
        <p:spPr>
          <a:xfrm flipV="1">
            <a:off x="4913222" y="3951372"/>
            <a:ext cx="855577" cy="1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A650DCB1-E020-8F43-9BC2-8493DF7C975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4848135" y="1618806"/>
            <a:ext cx="1001602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肘形连接符 124">
            <a:extLst>
              <a:ext uri="{FF2B5EF4-FFF2-40B4-BE49-F238E27FC236}">
                <a16:creationId xmlns:a16="http://schemas.microsoft.com/office/drawing/2014/main" id="{F40ECFBE-F88E-C142-8F49-EADD9169E12D}"/>
              </a:ext>
            </a:extLst>
          </p:cNvPr>
          <p:cNvCxnSpPr>
            <a:cxnSpLocks/>
            <a:stCxn id="5" idx="3"/>
            <a:endCxn id="215" idx="1"/>
          </p:cNvCxnSpPr>
          <p:nvPr/>
        </p:nvCxnSpPr>
        <p:spPr>
          <a:xfrm>
            <a:off x="7409875" y="1618806"/>
            <a:ext cx="2310581" cy="1188924"/>
          </a:xfrm>
          <a:prstGeom prst="bentConnector3">
            <a:avLst>
              <a:gd name="adj1" fmla="val 59435"/>
            </a:avLst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肘形连接符 127">
            <a:extLst>
              <a:ext uri="{FF2B5EF4-FFF2-40B4-BE49-F238E27FC236}">
                <a16:creationId xmlns:a16="http://schemas.microsoft.com/office/drawing/2014/main" id="{FCB9D92E-8D6F-4A4A-9725-BCDB426A8E64}"/>
              </a:ext>
            </a:extLst>
          </p:cNvPr>
          <p:cNvCxnSpPr>
            <a:cxnSpLocks/>
            <a:stCxn id="29" idx="3"/>
            <a:endCxn id="215" idx="1"/>
          </p:cNvCxnSpPr>
          <p:nvPr/>
        </p:nvCxnSpPr>
        <p:spPr>
          <a:xfrm flipV="1">
            <a:off x="7409875" y="2807730"/>
            <a:ext cx="2310581" cy="1143642"/>
          </a:xfrm>
          <a:prstGeom prst="bentConnector3">
            <a:avLst>
              <a:gd name="adj1" fmla="val 59435"/>
            </a:avLst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曲线连接符 178">
            <a:extLst>
              <a:ext uri="{FF2B5EF4-FFF2-40B4-BE49-F238E27FC236}">
                <a16:creationId xmlns:a16="http://schemas.microsoft.com/office/drawing/2014/main" id="{372C4E01-6DA8-9F43-A226-6782089B2F8A}"/>
              </a:ext>
            </a:extLst>
          </p:cNvPr>
          <p:cNvCxnSpPr>
            <a:stCxn id="16" idx="3"/>
            <a:endCxn id="29" idx="0"/>
          </p:cNvCxnSpPr>
          <p:nvPr/>
        </p:nvCxnSpPr>
        <p:spPr>
          <a:xfrm>
            <a:off x="2147535" y="2779460"/>
            <a:ext cx="4441802" cy="769212"/>
          </a:xfrm>
          <a:prstGeom prst="curvedConnector2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曲线连接符 179">
            <a:extLst>
              <a:ext uri="{FF2B5EF4-FFF2-40B4-BE49-F238E27FC236}">
                <a16:creationId xmlns:a16="http://schemas.microsoft.com/office/drawing/2014/main" id="{703C7B30-4F93-2847-803B-41BD2B3D7665}"/>
              </a:ext>
            </a:extLst>
          </p:cNvPr>
          <p:cNvCxnSpPr>
            <a:cxnSpLocks/>
            <a:stCxn id="16" idx="3"/>
            <a:endCxn id="5" idx="2"/>
          </p:cNvCxnSpPr>
          <p:nvPr/>
        </p:nvCxnSpPr>
        <p:spPr>
          <a:xfrm flipV="1">
            <a:off x="2147535" y="2021505"/>
            <a:ext cx="4482271" cy="757955"/>
          </a:xfrm>
          <a:prstGeom prst="curvedConnector2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23CEA022-C088-E64E-8C53-2EB1B0F073AB}"/>
              </a:ext>
            </a:extLst>
          </p:cNvPr>
          <p:cNvSpPr txBox="1"/>
          <p:nvPr/>
        </p:nvSpPr>
        <p:spPr>
          <a:xfrm>
            <a:off x="7377503" y="3983460"/>
            <a:ext cx="7997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设计</a:t>
            </a:r>
            <a:endParaRPr kumimoji="1"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参数</a:t>
            </a: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0D15B0E3-1613-4643-8B02-3351907ECD7A}"/>
              </a:ext>
            </a:extLst>
          </p:cNvPr>
          <p:cNvSpPr txBox="1"/>
          <p:nvPr/>
        </p:nvSpPr>
        <p:spPr>
          <a:xfrm>
            <a:off x="4827904" y="3990766"/>
            <a:ext cx="7997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身体</a:t>
            </a:r>
            <a:endParaRPr kumimoji="1" lang="en-US" altLang="zh-CN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参数</a:t>
            </a: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CD30DE4E-DD8E-0748-A7B5-0637C18DC85F}"/>
              </a:ext>
            </a:extLst>
          </p:cNvPr>
          <p:cNvSpPr txBox="1"/>
          <p:nvPr/>
        </p:nvSpPr>
        <p:spPr>
          <a:xfrm>
            <a:off x="612818" y="3814183"/>
            <a:ext cx="13876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输入图像</a:t>
            </a: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77570C01-3849-FB46-B67F-2742B0400BC7}"/>
              </a:ext>
            </a:extLst>
          </p:cNvPr>
          <p:cNvSpPr txBox="1"/>
          <p:nvPr/>
        </p:nvSpPr>
        <p:spPr>
          <a:xfrm>
            <a:off x="4634158" y="666570"/>
            <a:ext cx="17639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kumimoji="1" lang="zh-CN" altLang="en-US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现有方法范式</a:t>
            </a:r>
          </a:p>
        </p:txBody>
      </p:sp>
      <p:sp>
        <p:nvSpPr>
          <p:cNvPr id="208" name="文本框 207">
            <a:extLst>
              <a:ext uri="{FF2B5EF4-FFF2-40B4-BE49-F238E27FC236}">
                <a16:creationId xmlns:a16="http://schemas.microsoft.com/office/drawing/2014/main" id="{5801D857-3ACA-EA44-8730-17E5B64D8DE8}"/>
              </a:ext>
            </a:extLst>
          </p:cNvPr>
          <p:cNvSpPr txBox="1"/>
          <p:nvPr/>
        </p:nvSpPr>
        <p:spPr>
          <a:xfrm>
            <a:off x="4557819" y="4751717"/>
            <a:ext cx="17639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(b)</a:t>
            </a:r>
            <a:r>
              <a:rPr kumimoji="1" lang="zh-CN" altLang="en-US" sz="16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本章方法范式</a:t>
            </a:r>
          </a:p>
        </p:txBody>
      </p:sp>
      <p:pic>
        <p:nvPicPr>
          <p:cNvPr id="215" name="图片 214">
            <a:extLst>
              <a:ext uri="{FF2B5EF4-FFF2-40B4-BE49-F238E27FC236}">
                <a16:creationId xmlns:a16="http://schemas.microsoft.com/office/drawing/2014/main" id="{61D434D5-2423-744E-A7F4-035A2109B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456" y="2000174"/>
            <a:ext cx="1485557" cy="1615111"/>
          </a:xfrm>
          <a:prstGeom prst="rect">
            <a:avLst/>
          </a:prstGeom>
        </p:spPr>
      </p:pic>
      <p:sp>
        <p:nvSpPr>
          <p:cNvPr id="224" name="文本框 223">
            <a:extLst>
              <a:ext uri="{FF2B5EF4-FFF2-40B4-BE49-F238E27FC236}">
                <a16:creationId xmlns:a16="http://schemas.microsoft.com/office/drawing/2014/main" id="{EF6C0CAB-5A85-444D-8527-C5F7F3309F1F}"/>
              </a:ext>
            </a:extLst>
          </p:cNvPr>
          <p:cNvSpPr txBox="1"/>
          <p:nvPr/>
        </p:nvSpPr>
        <p:spPr>
          <a:xfrm>
            <a:off x="9582767" y="3628862"/>
            <a:ext cx="16232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参数化服装表示</a:t>
            </a:r>
          </a:p>
        </p:txBody>
      </p:sp>
    </p:spTree>
    <p:extLst>
      <p:ext uri="{BB962C8B-B14F-4D97-AF65-F5344CB8AC3E}">
        <p14:creationId xmlns:p14="http://schemas.microsoft.com/office/powerpoint/2010/main" val="76997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42</Words>
  <Application>Microsoft Macintosh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22</cp:revision>
  <dcterms:created xsi:type="dcterms:W3CDTF">2026-03-04T02:05:35Z</dcterms:created>
  <dcterms:modified xsi:type="dcterms:W3CDTF">2026-03-29T12:32:48Z</dcterms:modified>
</cp:coreProperties>
</file>