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99"/>
  </p:normalViewPr>
  <p:slideViewPr>
    <p:cSldViewPr snapToGrid="0" snapToObjects="1">
      <p:cViewPr>
        <p:scale>
          <a:sx n="189" d="100"/>
          <a:sy n="189" d="100"/>
        </p:scale>
        <p:origin x="67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47E8F-ADA8-014C-86D0-BE18B94E761E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92EF1-8F69-814F-A2AC-C64DEC4642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671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92EF1-8F69-814F-A2AC-C64DEC46420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416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A9FE1-83E8-4A49-9758-D7201C55A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0297F6-57F4-CF4F-9477-3AEA42302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87490-7185-694F-91B3-454CBBB6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DD4F4B-2A35-AE43-B2F9-4B41DA16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3A56F-9330-5944-8C24-59CC9E01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867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C182B-DC96-F641-AB4C-D81DC1CAB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EE224-66E7-8546-AA28-8F16B10E8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21E18-AA03-6B46-9E95-BD7C1A1C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AFB96-B273-3042-BF81-30F46CDF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304193-4B8F-0B45-8FF9-5C45F0FF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856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820C5-5155-6747-BFD9-027D5D08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76E8A3-90E6-9941-9D05-543813294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2CB88D-3F16-EE49-9875-7BA583FE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1F12B-C31F-8B42-A13A-FC00DF7E1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2A1D52-0850-C941-AE83-EB0260FD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3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C3AF2-D3A8-1843-BEDB-BA4BD7F1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3CC109-6C7F-BD49-B6F5-33F0D2D1B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F16B88-EDFE-124D-9865-C4F4E0981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F6C491-9D1A-1547-9E60-AE04104F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4083F-4805-AE48-96EE-995BBDAE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76DF3-0829-6A41-8E60-6840D9CF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232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0199D-869D-8F45-8227-EE76D1F80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45E709-72EF-884C-838E-B964D47B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C14369-325A-BC44-959A-BB51B2A35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3410F5-73C6-2A42-94F8-ED1472553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59FCA5-DDD7-DA4F-9CF5-4304BC0A7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9EE04D-470E-2B41-83AA-F2F89D38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08EA06-80F2-5346-96C4-704FC127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3A07EF-F637-5044-BDFD-2058256B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548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C14EA-4690-144B-AAD3-0F23CBDA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643BA9-6558-4740-A89F-61901571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2D063C-B58B-B440-BEB7-A0EFD00E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8D918-5618-FA4D-967B-5C4455EE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36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6BE172-001B-564A-97C6-5ADE0AC9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A1D46E-6D36-A44E-AD70-F7279798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5F461D-9BC7-5640-AB0E-690C8F4B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321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10D43-E7D9-A94A-ADE6-8762F9BE9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8466E6-CFE4-CE45-B032-8FE5D920F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D0B61-9D26-404C-BE03-602EAB74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18215A-4730-1740-AA44-3B761228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87FF6B-2024-3F43-962A-718932A9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4BAFBE-DD28-1A4C-BE7A-859BBA1F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921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93FD-FEFC-9140-A678-8161B7CC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0A8FC8-4B0A-7F43-9704-4E5271AF7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64169E-A621-3748-A26B-E2144AD13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59464A-43E0-6143-B223-CD27321F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503E8E-1C7D-1C4C-95EB-E0D7214F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433260-5CEA-6A4F-8C1E-A3D757D0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923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B6C71-4C67-B440-A9A8-C330A811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C8DC1-99C0-694E-B6E7-7CD4497DC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E6DF5-A5CF-E04E-8A8E-3C8EB90E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BD9E1-0D51-E141-A849-31EE112A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059BE-3134-EF47-9420-ED55D044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2418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032680-0840-884B-9655-E11C798B9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F874ED-7451-E348-9666-35E0E78CF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049E5-AF2F-4A4D-BEB8-D6746D6F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950606-9E7F-5C46-90C1-F79B4FF3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611A5-8360-C84F-9C57-CAAF5537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055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57112C-F5B6-8144-B1AB-0919AEF3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93AE7F-FE83-5F45-99DB-B4CAA2812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03439-E97F-814C-9591-819A317CB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1F956-8088-F84E-9C4E-D81DF2890F71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CEB600-C32E-9C4D-8A1E-D5DAE4A8F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14DF6-0A31-BA4E-AAC0-6B982737A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28C9-23EB-6C47-BE17-B9E25ED97C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030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>
            <a:extLst>
              <a:ext uri="{FF2B5EF4-FFF2-40B4-BE49-F238E27FC236}">
                <a16:creationId xmlns:a16="http://schemas.microsoft.com/office/drawing/2014/main" id="{9D4E75F7-1D62-064E-8159-17D839E4CED4}"/>
              </a:ext>
            </a:extLst>
          </p:cNvPr>
          <p:cNvSpPr/>
          <p:nvPr/>
        </p:nvSpPr>
        <p:spPr>
          <a:xfrm>
            <a:off x="1310640" y="2340864"/>
            <a:ext cx="9454896" cy="14325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E83041-89C7-0044-9CE5-B2E58004DB54}"/>
              </a:ext>
            </a:extLst>
          </p:cNvPr>
          <p:cNvSpPr/>
          <p:nvPr/>
        </p:nvSpPr>
        <p:spPr>
          <a:xfrm>
            <a:off x="2429843" y="2687595"/>
            <a:ext cx="1149179" cy="7414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结构识别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7B3505-4400-F841-9204-C5998F6CA714}"/>
              </a:ext>
            </a:extLst>
          </p:cNvPr>
          <p:cNvSpPr/>
          <p:nvPr/>
        </p:nvSpPr>
        <p:spPr>
          <a:xfrm>
            <a:off x="3818947" y="2687594"/>
            <a:ext cx="1149179" cy="7414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类型映射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FDA93F-C7CE-6F4D-85A5-4E6C2D92A30F}"/>
              </a:ext>
            </a:extLst>
          </p:cNvPr>
          <p:cNvSpPr/>
          <p:nvPr/>
        </p:nvSpPr>
        <p:spPr>
          <a:xfrm>
            <a:off x="6597155" y="2687593"/>
            <a:ext cx="1149179" cy="7414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合身程度判断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BD5E4F-A7B3-674D-BE27-3CC1254BBA32}"/>
              </a:ext>
            </a:extLst>
          </p:cNvPr>
          <p:cNvSpPr/>
          <p:nvPr/>
        </p:nvSpPr>
        <p:spPr>
          <a:xfrm>
            <a:off x="5208051" y="2687593"/>
            <a:ext cx="1149179" cy="7414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比例参数估计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756AA-DF4C-DB4F-93D6-96C823F5E705}"/>
              </a:ext>
            </a:extLst>
          </p:cNvPr>
          <p:cNvSpPr/>
          <p:nvPr/>
        </p:nvSpPr>
        <p:spPr>
          <a:xfrm>
            <a:off x="8091298" y="2687593"/>
            <a:ext cx="1349687" cy="7414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约束验证</a:t>
            </a:r>
            <a:endParaRPr kumimoji="1" lang="en-US" altLang="zh-CN" sz="1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ctr"/>
            <a:r>
              <a: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rPr>
              <a:t>与输出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15A59927-D788-4946-B54E-649B8EF134D8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579022" y="3058297"/>
            <a:ext cx="2399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C428183C-9169-8049-BD80-9C62D9757D4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968126" y="3058296"/>
            <a:ext cx="23992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A19DD20A-238F-E248-A56C-BF716651B763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6357230" y="3058296"/>
            <a:ext cx="239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0304F74-D718-2A4A-9D48-2D903CA7053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7746334" y="3058296"/>
            <a:ext cx="3449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6947A2B7-4953-F245-BDFE-B144B03D08E3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>
            <a:off x="2189918" y="3058298"/>
            <a:ext cx="239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BD5DABE-08B0-CA49-A05A-CA38FE4232CB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9440985" y="3058294"/>
            <a:ext cx="344964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E521913-2B29-014F-8315-B8285941B5A7}"/>
              </a:ext>
            </a:extLst>
          </p:cNvPr>
          <p:cNvSpPr txBox="1"/>
          <p:nvPr/>
        </p:nvSpPr>
        <p:spPr>
          <a:xfrm>
            <a:off x="1413753" y="2904409"/>
            <a:ext cx="776165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提示词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3C880B-6A83-6A47-8193-11D51540A704}"/>
              </a:ext>
            </a:extLst>
          </p:cNvPr>
          <p:cNvSpPr txBox="1"/>
          <p:nvPr/>
        </p:nvSpPr>
        <p:spPr>
          <a:xfrm>
            <a:off x="9785949" y="2904405"/>
            <a:ext cx="91204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模型输出</a:t>
            </a:r>
          </a:p>
        </p:txBody>
      </p:sp>
    </p:spTree>
    <p:extLst>
      <p:ext uri="{BB962C8B-B14F-4D97-AF65-F5344CB8AC3E}">
        <p14:creationId xmlns:p14="http://schemas.microsoft.com/office/powerpoint/2010/main" val="329805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</Words>
  <Application>Microsoft Macintosh PowerPoint</Application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SimSun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3</cp:revision>
  <dcterms:created xsi:type="dcterms:W3CDTF">2026-03-08T03:04:54Z</dcterms:created>
  <dcterms:modified xsi:type="dcterms:W3CDTF">2026-03-08T03:10:32Z</dcterms:modified>
</cp:coreProperties>
</file>