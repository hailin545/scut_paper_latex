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B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6"/>
    <p:restoredTop sz="97872"/>
  </p:normalViewPr>
  <p:slideViewPr>
    <p:cSldViewPr snapToGrid="0" snapToObjects="1">
      <p:cViewPr varScale="1">
        <p:scale>
          <a:sx n="223" d="100"/>
          <a:sy n="223" d="100"/>
        </p:scale>
        <p:origin x="6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DF6A1-B214-5948-9C9A-B91D59D28B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66B870-9BA8-3845-A042-8045D94EF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9C1BA-A4F9-F34D-B943-04A1D9874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E19AB-9E3E-A54F-84CB-52F171CC9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C55BB9-19C9-754A-8700-D3FBCDFA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9731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F63F4-F1F8-AA48-ACB4-BFA8DFA5E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4AD433-F42D-B64C-A92F-ECAE62770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8306DE-7AC7-8B4A-AFB4-61CEBA8F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452A92-9D56-A048-8636-E04E6D2F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89F2F9-B183-8240-BFD1-642CA231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5885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AC5FE-C12C-BE4E-84EA-9A4CA158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A572DA-0110-FD42-BE3E-574AA5286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42B888-0E37-1F45-AA91-77F966F8E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603B9F-0BF7-9B42-9190-FE7AFD58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AB2A0-58D3-204E-BF95-91EFC9C6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477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8B72E2-7EC6-CB47-BA6A-6C552ABF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5AF89-9B59-5D4C-BC07-32382D1A3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4769BF-41F9-3E4C-AB80-466597AA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234DF2-7FE1-0B40-8CDC-26F511109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11F32-9116-A64D-A7D2-B9FBD10F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30862C-4286-6949-BE4E-7E34F78C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977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8BA71-097A-8642-8A7C-6A3A5D175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B17D6B-6E5B-944E-A8F0-7253D8E8E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957895-CDCE-084D-B2C1-377D6C326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3583512-CB18-1C45-9931-F7AF6EF22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2FA066-2E1A-1D45-B4A6-3CDE1D448A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1954EB-E5B4-9843-AEBD-6A2E583D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3D76DE-A2A5-A04C-AE98-05B771BB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A3F83B-98C8-484A-826D-81D0E3F7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673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6104D-7E17-6C42-BE18-56E1CFDD4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11EA36-470F-2745-AC4B-A6330285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732D78-ECFA-EB48-B806-1BEEB908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74672E-F6E0-D141-A4B4-252F2718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361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41B15D-B5CE-0D48-B091-1C91A42C2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BA4106-B667-C44D-9770-C42678AE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CFA201-B08A-704F-9275-D654271D4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27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D814DB-5644-BD4C-9847-9D992B73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20425-72B5-8F4B-80C4-B8EA8CF86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100E0A-7468-B640-A1E5-967F9938F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9EB038-49FE-8546-B88D-F958B7E91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BDD1A7-2212-0F4F-85AF-EC3B969BE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F01A9B-68FB-474E-9EAF-EF964829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230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788D3-7A72-524A-A8C0-7A3716F8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52556F-A296-3844-9E96-DC3914B80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589703-A564-E442-952B-66011EAC2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D918C1-7D88-6F4E-B637-44C682315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D00F96-B7EA-6C4C-B468-8B885951D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B05B75-14D3-A746-9223-79E40360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541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4CB85-50F7-0548-9FB2-67F87794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7D0C85-397E-CB44-B3FA-DC4275549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50B954-6F90-7C41-BFA7-BA1D1C86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3024D-1679-6A47-A84E-3236196AF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6CB87E-59F9-A14D-9438-365F747A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84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67EE9E-F786-6042-9566-CB4F1B4EC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8607DE-A350-6A41-AD27-E65BE75D9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64DEA4-2499-9B43-A433-F3ECED3EE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E2DCB1-3331-B348-97CC-36F414AAC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6BEC11-5FE3-0942-B1E3-E52A585F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533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F4624F-3E83-064A-B102-CE533E7D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835C2-BC4D-A64F-A022-9DBA10C82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41FCD1-3934-1245-BECF-F9D78DD92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FB3A4-B06A-DC46-8FF4-839592E8AE15}" type="datetimeFigureOut">
              <a:rPr kumimoji="1" lang="zh-CN" altLang="en-US" smtClean="0"/>
              <a:t>2026/3/29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50050F-AB92-0545-B094-392AAAD0A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FC152-B63A-064B-BE06-E6F805224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01039-845D-8042-B4B1-C6A1D357234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9525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3F22106-2EB0-144D-BF92-07A8E1E3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623"/>
            <a:ext cx="12192000" cy="413317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D68F1CE-1630-A54B-B995-23FC668C9241}"/>
              </a:ext>
            </a:extLst>
          </p:cNvPr>
          <p:cNvSpPr/>
          <p:nvPr/>
        </p:nvSpPr>
        <p:spPr>
          <a:xfrm>
            <a:off x="1303020" y="3937635"/>
            <a:ext cx="1245870" cy="394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42F4DF-66B0-604E-8683-F90249F05D2E}"/>
              </a:ext>
            </a:extLst>
          </p:cNvPr>
          <p:cNvSpPr/>
          <p:nvPr/>
        </p:nvSpPr>
        <p:spPr>
          <a:xfrm>
            <a:off x="2764968" y="2261236"/>
            <a:ext cx="1486991" cy="179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3A008E-5875-AC48-86C6-BFDA48E27127}"/>
              </a:ext>
            </a:extLst>
          </p:cNvPr>
          <p:cNvSpPr/>
          <p:nvPr/>
        </p:nvSpPr>
        <p:spPr>
          <a:xfrm>
            <a:off x="2764968" y="3025141"/>
            <a:ext cx="1486991" cy="179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C51285-B07E-1948-A662-6C152D3421A0}"/>
              </a:ext>
            </a:extLst>
          </p:cNvPr>
          <p:cNvSpPr/>
          <p:nvPr/>
        </p:nvSpPr>
        <p:spPr>
          <a:xfrm>
            <a:off x="4594860" y="1472734"/>
            <a:ext cx="641868" cy="350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E96AA8-FF5B-6540-B6BB-95660537A960}"/>
              </a:ext>
            </a:extLst>
          </p:cNvPr>
          <p:cNvSpPr txBox="1"/>
          <p:nvPr/>
        </p:nvSpPr>
        <p:spPr>
          <a:xfrm>
            <a:off x="1303020" y="38479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输入图片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5E01EE6-BFC1-FB4B-8D25-66421815E47C}"/>
              </a:ext>
            </a:extLst>
          </p:cNvPr>
          <p:cNvSpPr txBox="1"/>
          <p:nvPr/>
        </p:nvSpPr>
        <p:spPr>
          <a:xfrm>
            <a:off x="3039912" y="2171701"/>
            <a:ext cx="1006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设计理解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21AA32-90DF-3547-A2FB-66229F683EAA}"/>
              </a:ext>
            </a:extLst>
          </p:cNvPr>
          <p:cNvSpPr txBox="1"/>
          <p:nvPr/>
        </p:nvSpPr>
        <p:spPr>
          <a:xfrm>
            <a:off x="3051342" y="293072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设计对比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6D478E-7CFF-2143-94DF-8B2E08090CFA}"/>
              </a:ext>
            </a:extLst>
          </p:cNvPr>
          <p:cNvSpPr txBox="1"/>
          <p:nvPr/>
        </p:nvSpPr>
        <p:spPr>
          <a:xfrm>
            <a:off x="4594860" y="146006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提示词</a:t>
            </a:r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合成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639AA0-646D-1142-8CE4-D3FDE955ACA3}"/>
              </a:ext>
            </a:extLst>
          </p:cNvPr>
          <p:cNvSpPr/>
          <p:nvPr/>
        </p:nvSpPr>
        <p:spPr>
          <a:xfrm>
            <a:off x="865684" y="4501642"/>
            <a:ext cx="854532" cy="264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67D872-1290-6349-B31D-65912D5926A6}"/>
              </a:ext>
            </a:extLst>
          </p:cNvPr>
          <p:cNvSpPr/>
          <p:nvPr/>
        </p:nvSpPr>
        <p:spPr>
          <a:xfrm>
            <a:off x="2182970" y="4430788"/>
            <a:ext cx="902811" cy="33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DA39D0-4D2A-4B41-A664-3AA9133E0E06}"/>
              </a:ext>
            </a:extLst>
          </p:cNvPr>
          <p:cNvSpPr/>
          <p:nvPr/>
        </p:nvSpPr>
        <p:spPr>
          <a:xfrm>
            <a:off x="3571954" y="4446857"/>
            <a:ext cx="902811" cy="33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632AF9-91C7-4746-8F63-809DA1ABC83A}"/>
              </a:ext>
            </a:extLst>
          </p:cNvPr>
          <p:cNvSpPr txBox="1"/>
          <p:nvPr/>
        </p:nvSpPr>
        <p:spPr>
          <a:xfrm>
            <a:off x="865684" y="442162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61411B-FF8F-754A-BD57-2B56D27961E3}"/>
              </a:ext>
            </a:extLst>
          </p:cNvPr>
          <p:cNvSpPr txBox="1"/>
          <p:nvPr/>
        </p:nvSpPr>
        <p:spPr>
          <a:xfrm>
            <a:off x="2205831" y="442162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生成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C3BEB0-1142-A849-9F0F-829FEA33BF37}"/>
              </a:ext>
            </a:extLst>
          </p:cNvPr>
          <p:cNvSpPr txBox="1"/>
          <p:nvPr/>
        </p:nvSpPr>
        <p:spPr>
          <a:xfrm>
            <a:off x="3675944" y="443078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验证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A42153-BABB-5545-A1E3-25F32C25343B}"/>
              </a:ext>
            </a:extLst>
          </p:cNvPr>
          <p:cNvSpPr/>
          <p:nvPr/>
        </p:nvSpPr>
        <p:spPr>
          <a:xfrm>
            <a:off x="5828520" y="3457333"/>
            <a:ext cx="902811" cy="33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187D509-BF68-1D4F-BCAD-AA70C24929FE}"/>
              </a:ext>
            </a:extLst>
          </p:cNvPr>
          <p:cNvSpPr txBox="1"/>
          <p:nvPr/>
        </p:nvSpPr>
        <p:spPr>
          <a:xfrm>
            <a:off x="5773708" y="348507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程序学习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43D72D-A64B-EC49-BDE1-64F999E663D2}"/>
              </a:ext>
            </a:extLst>
          </p:cNvPr>
          <p:cNvSpPr/>
          <p:nvPr/>
        </p:nvSpPr>
        <p:spPr>
          <a:xfrm>
            <a:off x="6242371" y="1544714"/>
            <a:ext cx="723275" cy="3355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BCFC95-FF0C-4248-BC00-CCD154D2DBC6}"/>
              </a:ext>
            </a:extLst>
          </p:cNvPr>
          <p:cNvSpPr txBox="1"/>
          <p:nvPr/>
        </p:nvSpPr>
        <p:spPr>
          <a:xfrm>
            <a:off x="6175988" y="151530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程序合成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2FE5B5B-0D65-4547-92B1-7090FD13B3A7}"/>
              </a:ext>
            </a:extLst>
          </p:cNvPr>
          <p:cNvSpPr/>
          <p:nvPr/>
        </p:nvSpPr>
        <p:spPr>
          <a:xfrm>
            <a:off x="9337996" y="970063"/>
            <a:ext cx="1720529" cy="681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FE2B66-27E9-C44A-887A-3877C83A17A5}"/>
              </a:ext>
            </a:extLst>
          </p:cNvPr>
          <p:cNvSpPr txBox="1"/>
          <p:nvPr/>
        </p:nvSpPr>
        <p:spPr>
          <a:xfrm>
            <a:off x="9852444" y="1211998"/>
            <a:ext cx="1246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服装与缝纫版型生成</a:t>
            </a:r>
          </a:p>
        </p:txBody>
      </p:sp>
    </p:spTree>
    <p:extLst>
      <p:ext uri="{BB962C8B-B14F-4D97-AF65-F5344CB8AC3E}">
        <p14:creationId xmlns:p14="http://schemas.microsoft.com/office/powerpoint/2010/main" val="3044702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</Words>
  <Application>Microsoft Macintosh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SimSun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1</cp:revision>
  <dcterms:created xsi:type="dcterms:W3CDTF">2026-03-29T09:27:24Z</dcterms:created>
  <dcterms:modified xsi:type="dcterms:W3CDTF">2026-03-29T09:32:10Z</dcterms:modified>
</cp:coreProperties>
</file>