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DFAD2-9EAB-BD48-8F85-41E0A3A4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1E3927-D902-BA4B-ADFB-A77ECEB36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494DA-0DBB-B443-813D-818151C5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9D368-7F37-5544-9684-F96E05F0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3D8F8-BAC9-6440-9540-B6B9DA4F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000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49EBC-97D7-764B-8F56-642FC594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338DF9-AA23-DA4C-BCD8-A741BF0F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12801-9567-7945-B6D8-C4CDB905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CCF6A-CA3B-3E46-8A31-CA83AC45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B8F831-B200-2942-96F6-8FADE52D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340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CBA60-4651-284E-904B-2B794E46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41D593-516D-0F45-98BD-7DD2C8475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0CB43D-475D-CA40-9C3C-C5635645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71ACE-CE6D-A04A-9417-0E3A60A4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40459-648E-6549-858D-AD472C64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276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5457A-3640-5342-9E24-0F31EE0E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1196F-4755-554E-BF8B-06F523161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F5DC1A-0859-6E40-8B01-4B69A6321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39BEAB-077E-9641-B2A2-58E25A45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3404A-8CEC-3648-80E4-21630062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E1A37-0845-5744-B4B3-D3768CC6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54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67C50-9553-7747-9550-4080CDC5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B6B263-C1A9-EF42-AA89-D0B7A917D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FA4AA3-F856-7B45-BACE-15E6736D2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33A165-EBA1-2A41-8096-58A39A61D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A8DB9F-8134-3244-9248-CDF0ECE2C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878C69-DF47-1449-B01A-3AD517F6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CE1121-10CF-2C42-98C6-481C1622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BDDBB4-8406-D048-B379-360E361B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648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A1CE3-2CC1-8D49-BF10-F170A898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5EFD12-E227-2D41-B4C7-F0D3DE243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858EBB-9789-3141-A6FD-589BB597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520965-A8C2-3640-8DFD-1EEAE5A0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109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046D5D-0DB5-014F-9B50-9BBFB545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1556C0-F27F-7F4D-947C-38D54FAA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0A23C-778E-B04D-A1AD-4B818037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783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F3BC8-1018-6840-89AA-88F8C0DB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93A25-6C9A-9A47-80E0-87C56B5A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CC6146-B011-9E43-B2F0-BCC8D3168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A2ADA6-475A-AF42-8942-2016B066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B230D8-49FC-724A-861E-EEFB32FF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375F0F-796C-964E-9113-82A93BEA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101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24173-D66F-1E41-AB38-C688FE85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82279C-52AD-2B47-BFBF-66352DA55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AA347D-B2B9-CF4B-BE5C-14EEF8F8B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9FD017-8B98-6E4B-95E3-1C1BD435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965DEA-4C1C-CB4A-BBC1-EDF67E99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B54B5E-AEE4-244C-9AFF-31ABFDD6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866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46E79-DAC7-844A-A1D7-283258F6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0F3B99-96A4-EB45-85A4-8C346FE99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279D5-2B9B-C24A-8E5E-160D095C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EDB0B-9644-BB48-8A6A-BC40D41A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01967-B1AF-E641-907C-61EDDDEA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442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AD6FBB-EEA1-F94F-9B91-9B472B823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BAEEA6-C7AB-654A-A8B5-E8A15F12E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995C3-15CD-1749-9C15-40323BED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C21596-E7C4-E24D-8BE2-2EE5D207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73DD9-2F8F-DC43-86E4-2B6371B5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427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D08FFA-8AD4-9F4C-A171-A11200CA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18F33-3214-344D-9989-F0F0316AA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2B68D-6048-1844-95F0-F356B9499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6BD30-7FF8-9749-8A7E-87AEB1F10A63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749AB0-60C0-894E-AC2F-0608EACCC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CCFFE-9118-E347-9BD4-A45C0F8AD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FF794-8C9D-3D43-A576-98569142AB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114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1C745A6-1A1F-254F-AA60-BAD811208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8" y="1361470"/>
            <a:ext cx="11599524" cy="30543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962877-66C6-0F4F-9478-2CED1F9B89E5}"/>
              </a:ext>
            </a:extLst>
          </p:cNvPr>
          <p:cNvSpPr txBox="1"/>
          <p:nvPr/>
        </p:nvSpPr>
        <p:spPr>
          <a:xfrm>
            <a:off x="1077612" y="4520361"/>
            <a:ext cx="157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 T-pose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C680B8-0CBE-9447-9BBB-9F57659CA623}"/>
              </a:ext>
            </a:extLst>
          </p:cNvPr>
          <p:cNvSpPr txBox="1"/>
          <p:nvPr/>
        </p:nvSpPr>
        <p:spPr>
          <a:xfrm>
            <a:off x="3717536" y="4520361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(b)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添加形状变形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08C65E-54D3-A847-83FE-68F03B8F2AB9}"/>
              </a:ext>
            </a:extLst>
          </p:cNvPr>
          <p:cNvSpPr txBox="1"/>
          <p:nvPr/>
        </p:nvSpPr>
        <p:spPr>
          <a:xfrm>
            <a:off x="6606860" y="4520361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(c)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添加姿态变形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5DD454-F660-CD43-8A74-0BF7CAE89670}"/>
              </a:ext>
            </a:extLst>
          </p:cNvPr>
          <p:cNvSpPr txBox="1"/>
          <p:nvPr/>
        </p:nvSpPr>
        <p:spPr>
          <a:xfrm>
            <a:off x="9101766" y="4520361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(d) </a:t>
            </a:r>
            <a:r>
              <a:rPr kumimoji="1" lang="zh-CN" alt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变形到特定姿态</a:t>
            </a:r>
          </a:p>
        </p:txBody>
      </p:sp>
    </p:spTree>
    <p:extLst>
      <p:ext uri="{BB962C8B-B14F-4D97-AF65-F5344CB8AC3E}">
        <p14:creationId xmlns:p14="http://schemas.microsoft.com/office/powerpoint/2010/main" val="176920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</Words>
  <Application>Microsoft Macintosh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</cp:revision>
  <dcterms:created xsi:type="dcterms:W3CDTF">2026-03-08T13:22:32Z</dcterms:created>
  <dcterms:modified xsi:type="dcterms:W3CDTF">2026-03-08T13:24:56Z</dcterms:modified>
</cp:coreProperties>
</file>