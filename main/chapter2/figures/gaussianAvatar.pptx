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BDCE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6327"/>
  </p:normalViewPr>
  <p:slideViewPr>
    <p:cSldViewPr snapToGrid="0" snapToObjects="1">
      <p:cViewPr varScale="1">
        <p:scale>
          <a:sx n="124" d="100"/>
          <a:sy n="124" d="100"/>
        </p:scale>
        <p:origin x="544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ED0B7EC-70B8-3E48-AE84-0D5EBC272D4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759C2EAA-51F4-AA47-82F8-33498F23C41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E9C1236-AE90-9A42-BDF0-1F889139FA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754F67-6D92-9B42-BD77-272537AC995F}" type="datetimeFigureOut">
              <a:rPr kumimoji="1" lang="zh-CN" altLang="en-US" smtClean="0"/>
              <a:t>2026/3/8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10A232-4AEC-FC40-9314-C96C1948F3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1B4A01C-2E38-D344-848F-FC61A9661F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EBF5DE-6A1A-854F-B95F-1411D7AB04CB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8616217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3A80FC9-876C-D947-9941-43F0B6898C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0ECABFD-65FD-9E4D-98BD-557863E967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0837FC6-B963-C44C-A224-5E5C884D82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754F67-6D92-9B42-BD77-272537AC995F}" type="datetimeFigureOut">
              <a:rPr kumimoji="1" lang="zh-CN" altLang="en-US" smtClean="0"/>
              <a:t>2026/3/8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5164537-B8C0-8740-86E1-87CCBB626C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C033002-44E4-294A-8EB7-B6B48BCC0E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EBF5DE-6A1A-854F-B95F-1411D7AB04CB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9279654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8D10735-035B-1748-984B-BF5FE243E8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D587D6E9-569C-BD40-B3B5-78CC659104A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44BC0A4-0C50-A542-AECF-5A3CACDFFD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754F67-6D92-9B42-BD77-272537AC995F}" type="datetimeFigureOut">
              <a:rPr kumimoji="1" lang="zh-CN" altLang="en-US" smtClean="0"/>
              <a:t>2026/3/8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2B492A2-75F3-CA45-9131-F2F77FAE08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1D3E665-0E8F-3449-962A-9DCBDAD191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EBF5DE-6A1A-854F-B95F-1411D7AB04CB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761099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92DFB43-B2F4-2F44-B3D9-EF11D72C04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C7A680A-5C34-A249-910B-E2EE17DFEA8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EB3F58A5-5AC6-FE45-9FA9-F93777D508D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B4C4061E-72CF-4247-A94D-96B19473D1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754F67-6D92-9B42-BD77-272537AC995F}" type="datetimeFigureOut">
              <a:rPr kumimoji="1" lang="zh-CN" altLang="en-US" smtClean="0"/>
              <a:t>2026/3/8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C97A3FA-5846-3945-8842-91E84EBA89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2BD24E7-01BD-A043-8BEF-21B93C5FC6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EBF5DE-6A1A-854F-B95F-1411D7AB04CB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5641760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ADD91F2-D725-C844-9BD1-BCFDDFB5E9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AFA3E5F4-0EE0-8644-934D-85552250291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A643C13D-E803-D646-B6CD-A2DF3E1D990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55ECAB71-F6B2-0144-8952-528A0E8A816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F785A11B-9D6A-314C-BF0A-C48B66E8920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80C599EE-BC6F-8549-A67D-BC73BD0338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754F67-6D92-9B42-BD77-272537AC995F}" type="datetimeFigureOut">
              <a:rPr kumimoji="1" lang="zh-CN" altLang="en-US" smtClean="0"/>
              <a:t>2026/3/8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CBFB9DF9-CC40-3144-B19A-E26D2612E5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83DBFB72-F169-094A-B802-D1AB79CB1F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EBF5DE-6A1A-854F-B95F-1411D7AB04CB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9404839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0BDE162-783F-0743-83EE-F283A89E24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7F4811C9-2C13-504D-81A0-7172D6EF8C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754F67-6D92-9B42-BD77-272537AC995F}" type="datetimeFigureOut">
              <a:rPr kumimoji="1" lang="zh-CN" altLang="en-US" smtClean="0"/>
              <a:t>2026/3/8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4954784C-0B0D-D346-B0C2-549DB226C5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C6CB98BF-CF2E-724D-8B79-E059924481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EBF5DE-6A1A-854F-B95F-1411D7AB04CB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060537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BE02FED-0185-F445-968C-82D182F9D0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754F67-6D92-9B42-BD77-272537AC995F}" type="datetimeFigureOut">
              <a:rPr kumimoji="1" lang="zh-CN" altLang="en-US" smtClean="0"/>
              <a:t>2026/3/8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ED1E331B-1648-0942-8CB4-2C6AF2401D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4410B94-EC14-A649-B383-F07A616A54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EBF5DE-6A1A-854F-B95F-1411D7AB04CB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211858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46B4174-B1CA-2240-91F6-4EFB58DD6E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FEC7F93-E04A-6542-A472-2F2E9CF11C9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768496B4-CCE7-494F-BA2D-6C79DB0C1FF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9C19275-E46D-C942-B3BA-FA83DC8206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754F67-6D92-9B42-BD77-272537AC995F}" type="datetimeFigureOut">
              <a:rPr kumimoji="1" lang="zh-CN" altLang="en-US" smtClean="0"/>
              <a:t>2026/3/8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05424AC8-B359-6D47-9516-C123115AEF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E2E78321-1D70-654C-B21F-B338AF0244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EBF5DE-6A1A-854F-B95F-1411D7AB04CB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506160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1908D51-DDB6-3F45-822B-3FF2CBEFFE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A0A76400-A0BB-0E48-AF9D-48F6008B35A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A7952123-45BE-9B46-8A24-F443A22BF2E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5AAAC38D-3988-864F-B4D8-26DC3383ED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754F67-6D92-9B42-BD77-272537AC995F}" type="datetimeFigureOut">
              <a:rPr kumimoji="1" lang="zh-CN" altLang="en-US" smtClean="0"/>
              <a:t>2026/3/8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77DD60A-BD18-7F41-B4A7-A0C2A63902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A1742B99-41C0-3546-8A5A-C1A190B053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EBF5DE-6A1A-854F-B95F-1411D7AB04CB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974009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3E2493A-B981-774B-95DB-F02929FB93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ACDE1A60-5DDD-EE46-80A3-557353FA892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A1988DD-C829-174D-ADB0-4AA8B53545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754F67-6D92-9B42-BD77-272537AC995F}" type="datetimeFigureOut">
              <a:rPr kumimoji="1" lang="zh-CN" altLang="en-US" smtClean="0"/>
              <a:t>2026/3/8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B342049-C449-1E4B-B81C-7E0092553D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4C8A901-548C-1548-9139-EB8128BDDC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EBF5DE-6A1A-854F-B95F-1411D7AB04CB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063612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C8B03EDD-CFF3-F043-B4C0-6A20E47278B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C55DC899-049E-EF4D-AF5E-3DA165A8E62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A00E145-44EA-C341-8509-3F7B50FAF0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754F67-6D92-9B42-BD77-272537AC995F}" type="datetimeFigureOut">
              <a:rPr kumimoji="1" lang="zh-CN" altLang="en-US" smtClean="0"/>
              <a:t>2026/3/8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1F18016-C158-064D-833A-1215E2B1ED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0F22EC3-8DF6-5E47-AC2C-6A9A3B3F11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EBF5DE-6A1A-854F-B95F-1411D7AB04CB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333388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DF2483D8-FF67-E941-99AB-39345FC9D2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6540AE9C-041F-7F4E-873A-ED4D994DACD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95CC0FE-4603-3143-8810-C281D659700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0754F67-6D92-9B42-BD77-272537AC995F}" type="datetimeFigureOut">
              <a:rPr kumimoji="1" lang="zh-CN" altLang="en-US" smtClean="0"/>
              <a:t>2026/3/8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B2247C7-0AFE-CB41-BADA-8FDC2F5CE1E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F6C1E2F-F568-3B49-921B-CC20942597B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DEBF5DE-6A1A-854F-B95F-1411D7AB04CB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6732252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E23718B1-F97F-CC48-AB4E-BB5F367EBF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5690" y="684289"/>
            <a:ext cx="11640620" cy="3338119"/>
          </a:xfrm>
          <a:prstGeom prst="rect">
            <a:avLst/>
          </a:prstGeom>
        </p:spPr>
      </p:pic>
      <p:sp>
        <p:nvSpPr>
          <p:cNvPr id="11" name="圆角矩形 10">
            <a:extLst>
              <a:ext uri="{FF2B5EF4-FFF2-40B4-BE49-F238E27FC236}">
                <a16:creationId xmlns:a16="http://schemas.microsoft.com/office/drawing/2014/main" id="{9908A6DC-94A1-0B44-BD06-71B5781CF1D5}"/>
              </a:ext>
            </a:extLst>
          </p:cNvPr>
          <p:cNvSpPr/>
          <p:nvPr/>
        </p:nvSpPr>
        <p:spPr>
          <a:xfrm>
            <a:off x="275690" y="3621716"/>
            <a:ext cx="1546023" cy="400692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2" name="圆角矩形 11">
            <a:extLst>
              <a:ext uri="{FF2B5EF4-FFF2-40B4-BE49-F238E27FC236}">
                <a16:creationId xmlns:a16="http://schemas.microsoft.com/office/drawing/2014/main" id="{9C23F082-FF2E-8147-BED4-8F8F41DE8970}"/>
              </a:ext>
            </a:extLst>
          </p:cNvPr>
          <p:cNvSpPr/>
          <p:nvPr/>
        </p:nvSpPr>
        <p:spPr>
          <a:xfrm>
            <a:off x="3613078" y="3429000"/>
            <a:ext cx="1546023" cy="400692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3" name="圆角矩形 12">
            <a:extLst>
              <a:ext uri="{FF2B5EF4-FFF2-40B4-BE49-F238E27FC236}">
                <a16:creationId xmlns:a16="http://schemas.microsoft.com/office/drawing/2014/main" id="{47529B17-7436-FB4B-9213-85A01591D976}"/>
              </a:ext>
            </a:extLst>
          </p:cNvPr>
          <p:cNvSpPr/>
          <p:nvPr/>
        </p:nvSpPr>
        <p:spPr>
          <a:xfrm>
            <a:off x="6816902" y="3616667"/>
            <a:ext cx="2059970" cy="400692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4" name="圆角矩形 13">
            <a:extLst>
              <a:ext uri="{FF2B5EF4-FFF2-40B4-BE49-F238E27FC236}">
                <a16:creationId xmlns:a16="http://schemas.microsoft.com/office/drawing/2014/main" id="{A1DA54D1-A8E3-854B-8461-EA009F699FAF}"/>
              </a:ext>
            </a:extLst>
          </p:cNvPr>
          <p:cNvSpPr/>
          <p:nvPr/>
        </p:nvSpPr>
        <p:spPr>
          <a:xfrm>
            <a:off x="9938533" y="3629346"/>
            <a:ext cx="1887022" cy="388013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5" name="圆角矩形 14">
            <a:extLst>
              <a:ext uri="{FF2B5EF4-FFF2-40B4-BE49-F238E27FC236}">
                <a16:creationId xmlns:a16="http://schemas.microsoft.com/office/drawing/2014/main" id="{B9BD0558-62F4-7147-BBE1-B5A3856B8082}"/>
              </a:ext>
            </a:extLst>
          </p:cNvPr>
          <p:cNvSpPr/>
          <p:nvPr/>
        </p:nvSpPr>
        <p:spPr>
          <a:xfrm>
            <a:off x="10132030" y="2546194"/>
            <a:ext cx="604464" cy="400692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7" name="圆角矩形 16">
            <a:extLst>
              <a:ext uri="{FF2B5EF4-FFF2-40B4-BE49-F238E27FC236}">
                <a16:creationId xmlns:a16="http://schemas.microsoft.com/office/drawing/2014/main" id="{0691F1E6-55B6-A941-8ADC-2B17B9D806A1}"/>
              </a:ext>
            </a:extLst>
          </p:cNvPr>
          <p:cNvSpPr/>
          <p:nvPr/>
        </p:nvSpPr>
        <p:spPr>
          <a:xfrm>
            <a:off x="2432069" y="1625131"/>
            <a:ext cx="1071419" cy="396905"/>
          </a:xfrm>
          <a:prstGeom prst="roundRect">
            <a:avLst/>
          </a:prstGeom>
          <a:solidFill>
            <a:srgbClr val="DBDCE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8" name="圆角矩形 17">
            <a:extLst>
              <a:ext uri="{FF2B5EF4-FFF2-40B4-BE49-F238E27FC236}">
                <a16:creationId xmlns:a16="http://schemas.microsoft.com/office/drawing/2014/main" id="{AB598217-36E1-0946-9E0B-28F0EB3B2AC4}"/>
              </a:ext>
            </a:extLst>
          </p:cNvPr>
          <p:cNvSpPr/>
          <p:nvPr/>
        </p:nvSpPr>
        <p:spPr>
          <a:xfrm>
            <a:off x="4818580" y="2022036"/>
            <a:ext cx="996593" cy="657454"/>
          </a:xfrm>
          <a:prstGeom prst="roundRect">
            <a:avLst/>
          </a:prstGeom>
          <a:solidFill>
            <a:srgbClr val="DBDCE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EBC6604E-B07C-F64F-B478-D1EE2E74E6CF}"/>
              </a:ext>
            </a:extLst>
          </p:cNvPr>
          <p:cNvSpPr txBox="1"/>
          <p:nvPr/>
        </p:nvSpPr>
        <p:spPr>
          <a:xfrm>
            <a:off x="275690" y="3639784"/>
            <a:ext cx="182614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zh-CN" altLang="en-US" sz="1600" dirty="0">
                <a:latin typeface="SimSun" panose="02010600030101010101" pitchFamily="2" charset="-122"/>
                <a:ea typeface="SimSun" panose="02010600030101010101" pitchFamily="2" charset="-122"/>
              </a:rPr>
              <a:t>变形后的人体点云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6980F5A2-C176-8440-BFC0-ABC7B34EE077}"/>
              </a:ext>
            </a:extLst>
          </p:cNvPr>
          <p:cNvSpPr txBox="1"/>
          <p:nvPr/>
        </p:nvSpPr>
        <p:spPr>
          <a:xfrm>
            <a:off x="2402490" y="1654306"/>
            <a:ext cx="121058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zh-CN" altLang="en-US" sz="1600" dirty="0">
                <a:latin typeface="SimSun" panose="02010600030101010101" pitchFamily="2" charset="-122"/>
                <a:ea typeface="SimSun" panose="02010600030101010101" pitchFamily="2" charset="-122"/>
              </a:rPr>
              <a:t>动作编码器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5B50758A-275E-2D47-9903-67CEB9A8E05C}"/>
              </a:ext>
            </a:extLst>
          </p:cNvPr>
          <p:cNvSpPr txBox="1"/>
          <p:nvPr/>
        </p:nvSpPr>
        <p:spPr>
          <a:xfrm>
            <a:off x="3692213" y="3324279"/>
            <a:ext cx="100540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1600" dirty="0">
                <a:latin typeface="SimSun" panose="02010600030101010101" pitchFamily="2" charset="-122"/>
                <a:ea typeface="SimSun" panose="02010600030101010101" pitchFamily="2" charset="-122"/>
              </a:rPr>
              <a:t>可优化的</a:t>
            </a:r>
            <a:endParaRPr kumimoji="1" lang="en-US" altLang="zh-CN" sz="1600" dirty="0">
              <a:latin typeface="SimSun" panose="02010600030101010101" pitchFamily="2" charset="-122"/>
              <a:ea typeface="SimSun" panose="02010600030101010101" pitchFamily="2" charset="-122"/>
            </a:endParaRPr>
          </a:p>
          <a:p>
            <a:r>
              <a:rPr kumimoji="1" lang="zh-CN" altLang="en-US" sz="1600" dirty="0">
                <a:latin typeface="SimSun" panose="02010600030101010101" pitchFamily="2" charset="-122"/>
                <a:ea typeface="SimSun" panose="02010600030101010101" pitchFamily="2" charset="-122"/>
              </a:rPr>
              <a:t>特征张量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3A4C5798-7DAD-234C-A461-3489EF74AFF5}"/>
              </a:ext>
            </a:extLst>
          </p:cNvPr>
          <p:cNvSpPr txBox="1"/>
          <p:nvPr/>
        </p:nvSpPr>
        <p:spPr>
          <a:xfrm>
            <a:off x="6950466" y="3611618"/>
            <a:ext cx="223651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zh-CN" altLang="en-US" sz="1600" dirty="0">
                <a:latin typeface="SimSun" panose="02010600030101010101" pitchFamily="2" charset="-122"/>
                <a:ea typeface="SimSun" panose="02010600030101010101" pitchFamily="2" charset="-122"/>
              </a:rPr>
              <a:t>可驱动的三维高斯基元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E90D4B34-C8BA-DE4A-B850-48D619844C50}"/>
              </a:ext>
            </a:extLst>
          </p:cNvPr>
          <p:cNvSpPr txBox="1"/>
          <p:nvPr/>
        </p:nvSpPr>
        <p:spPr>
          <a:xfrm>
            <a:off x="4818580" y="2058375"/>
            <a:ext cx="100540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zh-CN" altLang="en-US" sz="1600" dirty="0">
                <a:latin typeface="SimSun" panose="02010600030101010101" pitchFamily="2" charset="-122"/>
                <a:ea typeface="SimSun" panose="02010600030101010101" pitchFamily="2" charset="-122"/>
              </a:rPr>
              <a:t>高斯参数</a:t>
            </a:r>
            <a:endParaRPr kumimoji="1" lang="en-US" altLang="zh-CN" sz="1600" dirty="0">
              <a:latin typeface="SimSun" panose="02010600030101010101" pitchFamily="2" charset="-122"/>
              <a:ea typeface="SimSun" panose="02010600030101010101" pitchFamily="2" charset="-122"/>
            </a:endParaRPr>
          </a:p>
          <a:p>
            <a:pPr algn="ctr"/>
            <a:r>
              <a:rPr kumimoji="1" lang="zh-CN" altLang="en-US" sz="1600" dirty="0">
                <a:latin typeface="SimSun" panose="02010600030101010101" pitchFamily="2" charset="-122"/>
                <a:ea typeface="SimSun" panose="02010600030101010101" pitchFamily="2" charset="-122"/>
              </a:rPr>
              <a:t>解码器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5715C872-6221-7A41-BE51-43F85406C044}"/>
              </a:ext>
            </a:extLst>
          </p:cNvPr>
          <p:cNvSpPr txBox="1"/>
          <p:nvPr/>
        </p:nvSpPr>
        <p:spPr>
          <a:xfrm>
            <a:off x="10736494" y="3647736"/>
            <a:ext cx="80021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zh-CN" altLang="en-US" sz="1600" dirty="0">
                <a:latin typeface="SimSun" panose="02010600030101010101" pitchFamily="2" charset="-122"/>
                <a:ea typeface="SimSun" panose="02010600030101010101" pitchFamily="2" charset="-122"/>
              </a:rPr>
              <a:t>渲染图</a:t>
            </a: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7BB9C51E-5E67-DA42-8C0C-E89E906E75BA}"/>
              </a:ext>
            </a:extLst>
          </p:cNvPr>
          <p:cNvSpPr txBox="1"/>
          <p:nvPr/>
        </p:nvSpPr>
        <p:spPr>
          <a:xfrm>
            <a:off x="10141459" y="2441580"/>
            <a:ext cx="59503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zh-CN" altLang="en-US" sz="1600" dirty="0">
                <a:latin typeface="SimSun" panose="02010600030101010101" pitchFamily="2" charset="-122"/>
                <a:ea typeface="SimSun" panose="02010600030101010101" pitchFamily="2" charset="-122"/>
              </a:rPr>
              <a:t>溅射</a:t>
            </a:r>
          </a:p>
        </p:txBody>
      </p:sp>
      <p:sp>
        <p:nvSpPr>
          <p:cNvPr id="19" name="圆角矩形 18">
            <a:extLst>
              <a:ext uri="{FF2B5EF4-FFF2-40B4-BE49-F238E27FC236}">
                <a16:creationId xmlns:a16="http://schemas.microsoft.com/office/drawing/2014/main" id="{49E248B3-EB2F-3548-9D3E-528F87E2FDA1}"/>
              </a:ext>
            </a:extLst>
          </p:cNvPr>
          <p:cNvSpPr/>
          <p:nvPr/>
        </p:nvSpPr>
        <p:spPr>
          <a:xfrm>
            <a:off x="3770853" y="718098"/>
            <a:ext cx="1546023" cy="400692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60F413A7-7118-5346-822C-1C739722D04E}"/>
              </a:ext>
            </a:extLst>
          </p:cNvPr>
          <p:cNvSpPr txBox="1"/>
          <p:nvPr/>
        </p:nvSpPr>
        <p:spPr>
          <a:xfrm>
            <a:off x="4302180" y="1103249"/>
            <a:ext cx="100540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zh-CN" altLang="en-US" sz="1600" dirty="0">
                <a:latin typeface="SimSun" panose="02010600030101010101" pitchFamily="2" charset="-122"/>
                <a:ea typeface="SimSun" panose="02010600030101010101" pitchFamily="2" charset="-122"/>
              </a:rPr>
              <a:t>动作特征</a:t>
            </a:r>
          </a:p>
        </p:txBody>
      </p:sp>
      <p:sp>
        <p:nvSpPr>
          <p:cNvPr id="21" name="圆角矩形 20">
            <a:extLst>
              <a:ext uri="{FF2B5EF4-FFF2-40B4-BE49-F238E27FC236}">
                <a16:creationId xmlns:a16="http://schemas.microsoft.com/office/drawing/2014/main" id="{27DABBFD-E6A5-134C-A51F-260875D94387}"/>
              </a:ext>
            </a:extLst>
          </p:cNvPr>
          <p:cNvSpPr/>
          <p:nvPr/>
        </p:nvSpPr>
        <p:spPr>
          <a:xfrm>
            <a:off x="8649983" y="918444"/>
            <a:ext cx="1368179" cy="270073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820655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30</Words>
  <Application>Microsoft Macintosh PowerPoint</Application>
  <PresentationFormat>宽屏</PresentationFormat>
  <Paragraphs>10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6" baseType="lpstr">
      <vt:lpstr>等线</vt:lpstr>
      <vt:lpstr>等线 Light</vt:lpstr>
      <vt:lpstr>SimSun</vt:lpstr>
      <vt:lpstr>Arial</vt:lpstr>
      <vt:lpstr>Office 主题​​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Microsoft Office User</cp:lastModifiedBy>
  <cp:revision>1</cp:revision>
  <dcterms:created xsi:type="dcterms:W3CDTF">2026-03-08T13:51:00Z</dcterms:created>
  <dcterms:modified xsi:type="dcterms:W3CDTF">2026-03-08T13:55:55Z</dcterms:modified>
</cp:coreProperties>
</file>