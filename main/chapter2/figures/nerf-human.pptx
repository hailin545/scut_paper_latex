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E1B6"/>
    <a:srgbClr val="F8CB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15"/>
    <p:restoredTop sz="94699"/>
  </p:normalViewPr>
  <p:slideViewPr>
    <p:cSldViewPr snapToGrid="0" snapToObjects="1">
      <p:cViewPr>
        <p:scale>
          <a:sx n="183" d="100"/>
          <a:sy n="183" d="100"/>
        </p:scale>
        <p:origin x="21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B6BAA-1B03-0140-908F-9EE392C0821F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E993B-B7F6-0E4B-AC1B-7BBB8FB36A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521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E993B-B7F6-0E4B-AC1B-7BBB8FB36ACE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533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D92F3-4E7B-4146-BE66-FE9CEC14F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22F147-2F54-1B45-A9BF-DA115C3E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18C41-8FDA-B840-9576-EA67F8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F2CB1-DC30-1942-BC16-7D139C7B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EF996-212A-7943-B73F-6A5FF9D0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006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4EB7A-AF3E-BC4E-8D33-DDC9B5C4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0A371E-D15D-F942-9EB8-F497A16C1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34983-5327-6F48-B600-4BCAC1763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A54BF-A225-0341-B4FB-C37C3B07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2C1C39-1265-B34E-8733-BE35D2A0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49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C1D4D-6551-8F46-B133-0163D7100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C7D4C7-BCC4-7A48-88B9-42051ED0D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DB98BA-4479-484D-A08F-BD28FBBE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2AA6E-E8D1-5C46-AE51-9E40C557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47DC0-95A9-6149-983B-921F01B8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331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F1563-5CBF-BE4D-8EE5-9BDE9664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7F2426-B444-8D4E-B135-F8E009096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5533C2-4B19-3F46-B069-382BCBEE3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EC789C-D0B6-364B-93CE-31AD591B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92CE8C-8A4D-0748-BFFE-C09A7A61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7EFA73-745E-2949-840E-77DB08C4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845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F55C5-C33E-0F48-A87E-BAF27526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339098-D58A-3740-8517-04019C809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C78937-3E04-754A-BB45-CB8CEDA7D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E515F7-14AE-1746-B042-7C14637C0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CDB584-88B2-B34C-8B60-9A3F262A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788CF0-D67C-4A4A-8D81-35247EFF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894EA3-FE70-EB41-BA20-CC881F063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E09DFC-5F88-804A-BFE2-F3F527E3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69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41DDF-DAA7-5E40-A030-D0A0FAB8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E03C8C-2AF1-EB45-AB1F-7E6FC859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058E0D-0FBE-574E-8283-4FF9FA13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20B1DA-A241-934F-A49B-6D1A1B70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057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C4DE71-FC10-134D-80BD-DD4413F00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A870E8-A4D5-CB42-8478-6B517E55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FBF590-0AFB-2143-9DB2-9444624C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381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17731-902E-964F-A2B5-088637F6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F4CC1-251A-CF4A-94DF-89A823774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A148BA-9A63-3141-80C5-EFCB39DC4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F91B7A-925A-5B47-B84B-421F7712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38E59E-3590-BE4B-8A24-D9EE0CF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AC3F6D-13C8-DF41-9EE8-ED18CD00D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659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B6083-CD0C-8546-8A49-F6AAAD7D7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DE27D9-374B-1843-AA20-F1BCF5101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600346-E2CD-2A4F-82C7-0B2B8CBE4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082283-3D6C-9646-83A1-AB34E2F2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ACA671-6B20-0647-B104-5189EB78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71C81-727A-604E-9683-E6419CC3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029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8F384-C722-B542-A97B-6AF3DDD5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EDEFC5-B1A8-0945-86C4-33457D8A1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A3E708-7226-EB48-90C4-65200939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E34D5-3130-B84F-B076-63BE5D27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460E5-95D6-9A46-9BB5-75DBDDCE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471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DC73F4-02AD-DF40-AFF0-A667FAE91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21993E-6DE6-7E4F-B950-AF672CC53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FEC49D-68C4-2F49-BAB3-EDBE6801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19578-5F11-D04E-A838-2193F0C7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CB50E-9F60-0F48-A277-5DDF606D7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188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A661C2-D5AC-0041-B83B-B5FAE930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9B1871-126E-4448-B24D-079056172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97FDF8-4AEA-3C43-8222-DD115842B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4F550-19D1-FF48-BAF0-2AF96C87B02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D54A6-A63F-E84E-91AD-735E211A8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EAD151-8640-9B4E-B02A-2DB2489E5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6BD19-6D47-8342-98D4-125433BA10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711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BEAB07-D835-B246-8A80-C765DFDE3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5" y="898171"/>
            <a:ext cx="11462657" cy="4329014"/>
          </a:xfrm>
          <a:prstGeom prst="rect">
            <a:avLst/>
          </a:prstGeom>
        </p:spPr>
      </p:pic>
      <p:sp>
        <p:nvSpPr>
          <p:cNvPr id="5" name="圆角矩形 4">
            <a:extLst>
              <a:ext uri="{FF2B5EF4-FFF2-40B4-BE49-F238E27FC236}">
                <a16:creationId xmlns:a16="http://schemas.microsoft.com/office/drawing/2014/main" id="{E417D963-461F-794E-99CC-53FC54156FF5}"/>
              </a:ext>
            </a:extLst>
          </p:cNvPr>
          <p:cNvSpPr/>
          <p:nvPr/>
        </p:nvSpPr>
        <p:spPr>
          <a:xfrm>
            <a:off x="603315" y="4628561"/>
            <a:ext cx="650450" cy="3676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3BA10AF-67B7-F245-AE0A-D1A39785F39C}"/>
              </a:ext>
            </a:extLst>
          </p:cNvPr>
          <p:cNvSpPr/>
          <p:nvPr/>
        </p:nvSpPr>
        <p:spPr>
          <a:xfrm>
            <a:off x="1509572" y="4683238"/>
            <a:ext cx="1694318" cy="3676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6982F37-51E3-1749-A25E-0194A4BDAD60}"/>
              </a:ext>
            </a:extLst>
          </p:cNvPr>
          <p:cNvSpPr/>
          <p:nvPr/>
        </p:nvSpPr>
        <p:spPr>
          <a:xfrm>
            <a:off x="1194302" y="1499125"/>
            <a:ext cx="969545" cy="3676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36814F1-BA40-A64E-BBD2-B507B13EF0D1}"/>
              </a:ext>
            </a:extLst>
          </p:cNvPr>
          <p:cNvSpPr/>
          <p:nvPr/>
        </p:nvSpPr>
        <p:spPr>
          <a:xfrm>
            <a:off x="3666735" y="4373785"/>
            <a:ext cx="650450" cy="449500"/>
          </a:xfrm>
          <a:prstGeom prst="roundRect">
            <a:avLst/>
          </a:prstGeom>
          <a:solidFill>
            <a:srgbClr val="C5E1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4CD92D-6DBA-F046-A5CE-CE182648D702}"/>
              </a:ext>
            </a:extLst>
          </p:cNvPr>
          <p:cNvSpPr/>
          <p:nvPr/>
        </p:nvSpPr>
        <p:spPr>
          <a:xfrm>
            <a:off x="5779567" y="4233737"/>
            <a:ext cx="774796" cy="589547"/>
          </a:xfrm>
          <a:prstGeom prst="roundRect">
            <a:avLst/>
          </a:prstGeom>
          <a:solidFill>
            <a:srgbClr val="F8C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6D9C663-AD3E-1241-BD15-18BE464E174A}"/>
              </a:ext>
            </a:extLst>
          </p:cNvPr>
          <p:cNvSpPr/>
          <p:nvPr/>
        </p:nvSpPr>
        <p:spPr>
          <a:xfrm>
            <a:off x="8312198" y="4517609"/>
            <a:ext cx="1694317" cy="589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33D9248-54FD-C44B-801B-11E1A7F9DE30}"/>
              </a:ext>
            </a:extLst>
          </p:cNvPr>
          <p:cNvSpPr/>
          <p:nvPr/>
        </p:nvSpPr>
        <p:spPr>
          <a:xfrm>
            <a:off x="9762907" y="1877983"/>
            <a:ext cx="1133111" cy="589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76E2F4D-7A96-3048-AB1D-EB12563FD51A}"/>
              </a:ext>
            </a:extLst>
          </p:cNvPr>
          <p:cNvSpPr/>
          <p:nvPr/>
        </p:nvSpPr>
        <p:spPr>
          <a:xfrm>
            <a:off x="9762907" y="1473244"/>
            <a:ext cx="1370437" cy="40473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3C33D8-CE2C-D24E-B164-ABECDB102BB8}"/>
              </a:ext>
            </a:extLst>
          </p:cNvPr>
          <p:cNvSpPr txBox="1"/>
          <p:nvPr/>
        </p:nvSpPr>
        <p:spPr>
          <a:xfrm>
            <a:off x="1295300" y="1538349"/>
            <a:ext cx="1107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身体姿态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55E310-FA13-F349-AF45-581A0D7F7375}"/>
              </a:ext>
            </a:extLst>
          </p:cNvPr>
          <p:cNvSpPr txBox="1"/>
          <p:nvPr/>
        </p:nvSpPr>
        <p:spPr>
          <a:xfrm>
            <a:off x="1900594" y="448356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观测空间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422864-5C45-6348-8E9C-3E21C236E879}"/>
              </a:ext>
            </a:extLst>
          </p:cNvPr>
          <p:cNvSpPr txBox="1"/>
          <p:nvPr/>
        </p:nvSpPr>
        <p:spPr>
          <a:xfrm>
            <a:off x="675541" y="442925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输入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B1A107-D6C7-D54C-B63C-2493CABABF0D}"/>
              </a:ext>
            </a:extLst>
          </p:cNvPr>
          <p:cNvSpPr txBox="1"/>
          <p:nvPr/>
        </p:nvSpPr>
        <p:spPr>
          <a:xfrm>
            <a:off x="3605811" y="442925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骨架场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42E892-F0D9-7949-A2CF-0F646074BAB4}"/>
              </a:ext>
            </a:extLst>
          </p:cNvPr>
          <p:cNvSpPr txBox="1"/>
          <p:nvPr/>
        </p:nvSpPr>
        <p:spPr>
          <a:xfrm>
            <a:off x="5763755" y="4237345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非刚体</a:t>
            </a:r>
            <a:endParaRPr kumimoji="1" lang="en-US" altLang="zh-CN"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变换场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8D3F4C-5344-C94C-A974-50392C2180EA}"/>
              </a:ext>
            </a:extLst>
          </p:cNvPr>
          <p:cNvSpPr txBox="1"/>
          <p:nvPr/>
        </p:nvSpPr>
        <p:spPr>
          <a:xfrm>
            <a:off x="9842831" y="153436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动作相关性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9AD2F7D-7A27-9F41-8B96-45F6A8BBECF9}"/>
              </a:ext>
            </a:extLst>
          </p:cNvPr>
          <p:cNvSpPr txBox="1"/>
          <p:nvPr/>
        </p:nvSpPr>
        <p:spPr>
          <a:xfrm>
            <a:off x="9842831" y="200347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运动场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CCE2FE-115D-0C42-874C-D22F245A71F9}"/>
              </a:ext>
            </a:extLst>
          </p:cNvPr>
          <p:cNvSpPr txBox="1"/>
          <p:nvPr/>
        </p:nvSpPr>
        <p:spPr>
          <a:xfrm>
            <a:off x="8728147" y="452624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规范空间</a:t>
            </a:r>
          </a:p>
        </p:txBody>
      </p:sp>
    </p:spTree>
    <p:extLst>
      <p:ext uri="{BB962C8B-B14F-4D97-AF65-F5344CB8AC3E}">
        <p14:creationId xmlns:p14="http://schemas.microsoft.com/office/powerpoint/2010/main" val="121826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</Words>
  <Application>Microsoft Macintosh PowerPoint</Application>
  <PresentationFormat>宽屏</PresentationFormat>
  <Paragraphs>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SimSun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2</cp:revision>
  <dcterms:created xsi:type="dcterms:W3CDTF">2026-03-08T13:43:36Z</dcterms:created>
  <dcterms:modified xsi:type="dcterms:W3CDTF">2026-03-08T13:48:41Z</dcterms:modified>
</cp:coreProperties>
</file>