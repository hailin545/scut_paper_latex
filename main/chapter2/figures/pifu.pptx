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690A44-CE74-B548-95F2-9B1071345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4A3064-BA17-5E45-B3FB-63F4B4629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FFCF4C-44EA-FF46-B2EF-B6AAFB0A9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8F9D8-3E25-D043-9874-A25F3B8C0655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56A5D5-9024-5A49-ACEE-AD692EA80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94667B-D154-BB44-9161-ED4795ADB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34A6-2865-394B-A17E-A3BCD085053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2049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478091-0718-8045-9CB4-F1957AEC8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7DE450-65D3-E54F-B0A2-321810181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CA5E0F-968F-E14F-906B-E7530EE89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8F9D8-3E25-D043-9874-A25F3B8C0655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D5E3B8-FBBF-884E-A2CF-87A3DA531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51ED85-1D2A-9C43-99FC-68FDA86D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34A6-2865-394B-A17E-A3BCD085053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2477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BE612-24A3-E84F-9350-F5432C1D8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D4E731-4C63-5D4E-9B51-858A1AA22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AE7064-F7F7-464A-B1B8-ECD182A2C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8F9D8-3E25-D043-9874-A25F3B8C0655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07BD21-F2A0-E449-B70F-85A586FA5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8AE4D9-E84F-8C47-B431-ED2ACB6D9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34A6-2865-394B-A17E-A3BCD085053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5322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DF861C-EB70-6040-8785-4BCA2772F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C54155-237F-2C46-8FFA-3D875050E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FCF9A7-37E5-7545-AB9E-42A112C9C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BC5CB1-204E-FC41-8327-D27A83469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8F9D8-3E25-D043-9874-A25F3B8C0655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A7CEF7-A89F-3A4A-A196-111D2557C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C79D70-9A88-7347-BD6F-E65605D52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34A6-2865-394B-A17E-A3BCD085053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1460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7DD9B6-E6E4-4D44-B712-546A92043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F4D801-DD8A-A244-9E18-BCFB1CC60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366858-E488-E44A-BADA-C2C4C7E4D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8853748-B988-7840-B158-163C6D7593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7349E5-9E21-454F-B9F5-D281665B94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D66D74C-3438-3742-AD2C-45EE2398B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8F9D8-3E25-D043-9874-A25F3B8C0655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990E498-9B17-C247-9143-836A037D2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4244B21-C4A9-4547-9CD4-94F49733D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34A6-2865-394B-A17E-A3BCD085053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167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61C7A7-1357-A643-8505-D099060CF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C58ECC-FFEC-D84C-AB43-B114FBE86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8F9D8-3E25-D043-9874-A25F3B8C0655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FFA016-9CC7-084B-BD36-B403ED9AC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47F18CA-08C0-4844-90E8-CFC0DEAC3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34A6-2865-394B-A17E-A3BCD085053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7906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F47FB0C-68A7-D04C-AB87-1B3C755E2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8F9D8-3E25-D043-9874-A25F3B8C0655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35EFEFD-F829-8E4B-A22D-7E4B29BC3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25EBF7-D7AE-6D43-A36A-00EEBC297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34A6-2865-394B-A17E-A3BCD085053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2728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FF623B-C71F-9440-9F24-1D8733771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48EE5F-DCF5-8642-B2F9-61594B15D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877732-83D2-D546-922D-9C46DB7E0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1C6B72-848B-B245-B387-14233564F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8F9D8-3E25-D043-9874-A25F3B8C0655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3643DD-A01B-4649-BA31-05AB23F53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B5241F-2ADC-E247-86FD-26CA0445F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34A6-2865-394B-A17E-A3BCD085053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636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B7341E-E74C-CD49-9398-88144DD3C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F8AC975-4B27-3C49-92F4-395587CCA3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96ACF9-C940-1E4D-B617-1FE5FB1C2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A763DA-6A7F-7F4B-A59D-DAC9D42B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8F9D8-3E25-D043-9874-A25F3B8C0655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654998-2332-214A-B6F9-16C1FD68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920C12-DF1E-FC47-A375-4BAC37C92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34A6-2865-394B-A17E-A3BCD085053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4978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83D7EE-8B8A-CD4E-873B-D208947EA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36F7A7-1F65-B946-8B1F-5302DF103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614E8-0256-D04B-88B7-F239FC1D8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8F9D8-3E25-D043-9874-A25F3B8C0655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3F1361-2EB0-6840-B88F-E607BB5A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23A547-2F9A-CB45-BFA8-39712ECC7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34A6-2865-394B-A17E-A3BCD085053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8783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4B51569-7F0B-8F4C-8BFF-B6B57E4E59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649F51-A7D4-7349-BC99-CD21EDA01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8B2673-4197-B040-9041-8D3EA672E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8F9D8-3E25-D043-9874-A25F3B8C0655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EF4323-F4B5-CA47-B837-326C03487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039701-70B5-4D4B-817B-7306E2C4C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34A6-2865-394B-A17E-A3BCD085053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284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19C9E14-4AFC-7741-9FAA-FD4FE2384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444C58-44D1-B446-AF8D-9A9C23498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25A38D-99B3-064C-8362-CC2027E1AF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8F9D8-3E25-D043-9874-A25F3B8C0655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E172FE-D41D-184D-AB65-D8E51D29A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0E27D3-A5A6-8F4F-92B1-1CB2EAECF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434A6-2865-394B-A17E-A3BCD085053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6957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532E6DF-89D3-8344-9589-01F951BF7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25" y="1758664"/>
            <a:ext cx="11727549" cy="257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565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1</cp:revision>
  <dcterms:created xsi:type="dcterms:W3CDTF">2026-03-08T15:02:44Z</dcterms:created>
  <dcterms:modified xsi:type="dcterms:W3CDTF">2026-03-08T15:02:56Z</dcterms:modified>
</cp:coreProperties>
</file>