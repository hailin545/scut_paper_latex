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>
      <p:cViewPr varScale="1">
        <p:scale>
          <a:sx n="117" d="100"/>
          <a:sy n="117" d="100"/>
        </p:scale>
        <p:origin x="80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706FEB-F6B9-4349-87F8-01C5DFE9E1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9554C77-35DF-3645-895B-7F7D2F1D8A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D80B395-897B-394C-A3AE-591FB9FE6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FC4F4-C477-594F-BA38-E64EFA0A205E}" type="datetimeFigureOut">
              <a:rPr kumimoji="1" lang="zh-CN" altLang="en-US" smtClean="0"/>
              <a:t>2026/3/8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9E855D-0711-004D-8C0F-1B95204D9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783D9C1-F398-A847-A1AB-5B447E91E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FEAC69-3FB0-E448-B060-E0F78942179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741297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6FA9AE-A68E-2E4B-BCCA-E54378284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072A02D-2027-9B47-A3CE-12AD7475C8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3D432B1-B11D-5446-A05D-DF7AFED5C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FC4F4-C477-594F-BA38-E64EFA0A205E}" type="datetimeFigureOut">
              <a:rPr kumimoji="1" lang="zh-CN" altLang="en-US" smtClean="0"/>
              <a:t>2026/3/8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A827458-999F-604B-B9A3-95C1E9205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D2784E1-86F8-E445-B0DD-69325A6D0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FEAC69-3FB0-E448-B060-E0F78942179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68234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9A8256-3094-0D4C-8CB6-A841CA952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1F9E25B-1443-6847-BDCB-5B4CAB6CB7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6BCD67-42D8-4841-A12A-C493E0A7D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FC4F4-C477-594F-BA38-E64EFA0A205E}" type="datetimeFigureOut">
              <a:rPr kumimoji="1" lang="zh-CN" altLang="en-US" smtClean="0"/>
              <a:t>2026/3/8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17FC11-7898-F340-BC46-11DD35C9A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E971E14-BCE3-1A49-9B52-A0E83F8C8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FEAC69-3FB0-E448-B060-E0F78942179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62543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F4AE78-C8B8-4947-9B88-B13FF2389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BCEB1B2-1B48-E14A-9E4C-DFBC72608D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9FC2CEF-4C34-FF4B-BB46-130803AC3C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0250E5D-5A28-F74E-9FAD-1C8B9C297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FC4F4-C477-594F-BA38-E64EFA0A205E}" type="datetimeFigureOut">
              <a:rPr kumimoji="1" lang="zh-CN" altLang="en-US" smtClean="0"/>
              <a:t>2026/3/8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E759A41-FFF0-6648-88E8-5389372CD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7BF3355-E723-4943-9332-73F154657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FEAC69-3FB0-E448-B060-E0F78942179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48924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E8914E-0402-BA4A-A447-51B7EF8FD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3ECBCA-45C8-E440-B551-503B6501F9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757555F-B140-1747-AED8-7E17C7425A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29A9BE3-F8C4-F247-9428-3CD25BA514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E717711-BDB3-E648-8B15-06A8DBDD03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6F1D0D4-DB83-EA42-8EE9-53665713C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FC4F4-C477-594F-BA38-E64EFA0A205E}" type="datetimeFigureOut">
              <a:rPr kumimoji="1" lang="zh-CN" altLang="en-US" smtClean="0"/>
              <a:t>2026/3/8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FFF520B-9CCD-2A43-B3E0-1A0987CBE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3CC718E-9452-714B-B53C-7233B9C03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FEAC69-3FB0-E448-B060-E0F78942179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422016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3A1EFE-4B5D-8D43-92E0-89F52EDE6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D4D43EB-DEDF-3A4A-ADC8-C90C7E152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FC4F4-C477-594F-BA38-E64EFA0A205E}" type="datetimeFigureOut">
              <a:rPr kumimoji="1" lang="zh-CN" altLang="en-US" smtClean="0"/>
              <a:t>2026/3/8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915C189-2F4B-E744-800D-1AEA51740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D818293-7DC1-1247-A077-9B157AA20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FEAC69-3FB0-E448-B060-E0F78942179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9848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7788A13-81C6-E54E-8498-FEC03C788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FC4F4-C477-594F-BA38-E64EFA0A205E}" type="datetimeFigureOut">
              <a:rPr kumimoji="1" lang="zh-CN" altLang="en-US" smtClean="0"/>
              <a:t>2026/3/8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2DF6CF5-C8D3-B74C-93B6-7C307F19A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019BE4E-F7B9-724D-A4EB-827D65277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FEAC69-3FB0-E448-B060-E0F78942179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598396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ABDB82-110C-8848-9D0B-93C7639F4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527C49-D1DC-4D4F-BB56-362D48FAE6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7B1E84C-F2A1-0245-A39C-4AF2E09B7B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4C9B341-8416-0441-9286-CBE14126E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FC4F4-C477-594F-BA38-E64EFA0A205E}" type="datetimeFigureOut">
              <a:rPr kumimoji="1" lang="zh-CN" altLang="en-US" smtClean="0"/>
              <a:t>2026/3/8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F7B1718-D284-1041-BBAA-BEC6ACE2F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F14B4F2-F6BF-A24A-9443-4C9E6F4AB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FEAC69-3FB0-E448-B060-E0F78942179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536173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03D0ED-1587-4C47-9F9A-D428DB360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FE30553-689F-9041-88A3-A194C4640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5174637-D935-5646-9C50-551B872B63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5DE2A03-5E6D-E743-A498-1766426C1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FC4F4-C477-594F-BA38-E64EFA0A205E}" type="datetimeFigureOut">
              <a:rPr kumimoji="1" lang="zh-CN" altLang="en-US" smtClean="0"/>
              <a:t>2026/3/8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0F2DC0F-D4EC-5546-868C-1A9CC97ED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DB8ABC7-75CD-D84C-9AB3-AA91A17CD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FEAC69-3FB0-E448-B060-E0F78942179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055218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A7B6DE-2BC1-3742-BC37-384353409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94D2A65-C016-E44C-B509-612B40BD9B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231EF30-972E-FB4C-9E08-A836B329E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FC4F4-C477-594F-BA38-E64EFA0A205E}" type="datetimeFigureOut">
              <a:rPr kumimoji="1" lang="zh-CN" altLang="en-US" smtClean="0"/>
              <a:t>2026/3/8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E660A5B-3C40-8E4C-823B-FD0A3D4BB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D75EA6-53A0-C54D-B00D-8F10419EA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FEAC69-3FB0-E448-B060-E0F78942179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152098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09F4435-E1C7-B147-8582-AB0AFB476B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7A77AF9-3BF1-514E-AA7E-0A04CC6A3A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368EF2A-7199-7649-8579-AB9218558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FC4F4-C477-594F-BA38-E64EFA0A205E}" type="datetimeFigureOut">
              <a:rPr kumimoji="1" lang="zh-CN" altLang="en-US" smtClean="0"/>
              <a:t>2026/3/8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39CCE57-8FB3-A044-8973-C529FA763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BF71464-7010-8040-82E1-1578FD9B1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FEAC69-3FB0-E448-B060-E0F78942179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358688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51A475F-12D3-1743-8707-7FFC1789EE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768249F-4CA2-3749-9DB7-3C2788C8A4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0CE268C-55BD-3E48-9029-B9E0D80CF8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EFC4F4-C477-594F-BA38-E64EFA0A205E}" type="datetimeFigureOut">
              <a:rPr kumimoji="1" lang="zh-CN" altLang="en-US" smtClean="0"/>
              <a:t>2026/3/8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7BF9159-582F-304E-ADE6-43B7E84DD6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F269AA4-8D0C-684A-9E0D-107CE72CE5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FEAC69-3FB0-E448-B060-E0F78942179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5074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B8887421-0B06-B64E-997D-558AA7437E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85" y="656991"/>
            <a:ext cx="10940143" cy="5209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1999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User</dc:creator>
  <cp:lastModifiedBy>Microsoft Office User</cp:lastModifiedBy>
  <cp:revision>1</cp:revision>
  <dcterms:created xsi:type="dcterms:W3CDTF">2026-03-08T15:11:11Z</dcterms:created>
  <dcterms:modified xsi:type="dcterms:W3CDTF">2026-03-08T15:11:46Z</dcterms:modified>
</cp:coreProperties>
</file>