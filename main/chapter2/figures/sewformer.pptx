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EBD2"/>
    <a:srgbClr val="C9DBF7"/>
    <a:srgbClr val="FFF3CC"/>
    <a:srgbClr val="D6DDE4"/>
    <a:srgbClr val="FDE5CD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65"/>
    <p:restoredTop sz="94688"/>
  </p:normalViewPr>
  <p:slideViewPr>
    <p:cSldViewPr snapToGrid="0" snapToObjects="1">
      <p:cViewPr>
        <p:scale>
          <a:sx n="213" d="100"/>
          <a:sy n="213" d="100"/>
        </p:scale>
        <p:origin x="968" y="-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DBC5EE-6DF4-5F4F-9FA0-A1E06C35E75B}" type="datetimeFigureOut">
              <a:rPr kumimoji="1" lang="zh-CN" altLang="en-US" smtClean="0"/>
              <a:t>2026/3/29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F7774F-9B1E-CD4B-9F20-CC6ECCBE7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1533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F7774F-9B1E-CD4B-9F20-CC6ECCBE7C77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5785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706FEB-F6B9-4349-87F8-01C5DFE9E1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9554C77-35DF-3645-895B-7F7D2F1D8A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80B395-897B-394C-A3AE-591FB9FE6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FC4F4-C477-594F-BA38-E64EFA0A205E}" type="datetimeFigureOut">
              <a:rPr kumimoji="1" lang="zh-CN" altLang="en-US" smtClean="0"/>
              <a:t>2026/3/29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9E855D-0711-004D-8C0F-1B95204D9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83D9C1-F398-A847-A1AB-5B447E91E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EAC69-3FB0-E448-B060-E0F78942179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74129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6FA9AE-A68E-2E4B-BCCA-E54378284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72A02D-2027-9B47-A3CE-12AD7475C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D432B1-B11D-5446-A05D-DF7AFED5C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FC4F4-C477-594F-BA38-E64EFA0A205E}" type="datetimeFigureOut">
              <a:rPr kumimoji="1" lang="zh-CN" altLang="en-US" smtClean="0"/>
              <a:t>2026/3/29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827458-999F-604B-B9A3-95C1E9205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2784E1-86F8-E445-B0DD-69325A6D0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EAC69-3FB0-E448-B060-E0F78942179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68234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A8256-3094-0D4C-8CB6-A841CA952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F9E25B-1443-6847-BDCB-5B4CAB6CB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6BCD67-42D8-4841-A12A-C493E0A7D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FC4F4-C477-594F-BA38-E64EFA0A205E}" type="datetimeFigureOut">
              <a:rPr kumimoji="1" lang="zh-CN" altLang="en-US" smtClean="0"/>
              <a:t>2026/3/29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17FC11-7898-F340-BC46-11DD35C9A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971E14-BCE3-1A49-9B52-A0E83F8C8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EAC69-3FB0-E448-B060-E0F78942179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62543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F4AE78-C8B8-4947-9B88-B13FF2389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CEB1B2-1B48-E14A-9E4C-DFBC72608D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FC2CEF-4C34-FF4B-BB46-130803AC3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250E5D-5A28-F74E-9FAD-1C8B9C297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FC4F4-C477-594F-BA38-E64EFA0A205E}" type="datetimeFigureOut">
              <a:rPr kumimoji="1" lang="zh-CN" altLang="en-US" smtClean="0"/>
              <a:t>2026/3/29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E759A41-FFF0-6648-88E8-5389372CD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BF3355-E723-4943-9332-73F154657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EAC69-3FB0-E448-B060-E0F78942179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892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E8914E-0402-BA4A-A447-51B7EF8FD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3ECBCA-45C8-E440-B551-503B6501F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57555F-B140-1747-AED8-7E17C7425A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29A9BE3-F8C4-F247-9428-3CD25BA514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E717711-BDB3-E648-8B15-06A8DBDD03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F1D0D4-DB83-EA42-8EE9-53665713C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FC4F4-C477-594F-BA38-E64EFA0A205E}" type="datetimeFigureOut">
              <a:rPr kumimoji="1" lang="zh-CN" altLang="en-US" smtClean="0"/>
              <a:t>2026/3/29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FFF520B-9CCD-2A43-B3E0-1A0987CBE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3CC718E-9452-714B-B53C-7233B9C03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EAC69-3FB0-E448-B060-E0F78942179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42201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3A1EFE-4B5D-8D43-92E0-89F52EDE6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D4D43EB-DEDF-3A4A-ADC8-C90C7E152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FC4F4-C477-594F-BA38-E64EFA0A205E}" type="datetimeFigureOut">
              <a:rPr kumimoji="1" lang="zh-CN" altLang="en-US" smtClean="0"/>
              <a:t>2026/3/29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915C189-2F4B-E744-800D-1AEA51740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818293-7DC1-1247-A077-9B157AA20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EAC69-3FB0-E448-B060-E0F78942179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9848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7788A13-81C6-E54E-8498-FEC03C788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FC4F4-C477-594F-BA38-E64EFA0A205E}" type="datetimeFigureOut">
              <a:rPr kumimoji="1" lang="zh-CN" altLang="en-US" smtClean="0"/>
              <a:t>2026/3/29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2DF6CF5-C8D3-B74C-93B6-7C307F19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19BE4E-F7B9-724D-A4EB-827D65277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EAC69-3FB0-E448-B060-E0F78942179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9839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ABDB82-110C-8848-9D0B-93C7639F4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527C49-D1DC-4D4F-BB56-362D48FAE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7B1E84C-F2A1-0245-A39C-4AF2E09B7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C9B341-8416-0441-9286-CBE14126E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FC4F4-C477-594F-BA38-E64EFA0A205E}" type="datetimeFigureOut">
              <a:rPr kumimoji="1" lang="zh-CN" altLang="en-US" smtClean="0"/>
              <a:t>2026/3/29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7B1718-D284-1041-BBAA-BEC6ACE2F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14B4F2-F6BF-A24A-9443-4C9E6F4AB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EAC69-3FB0-E448-B060-E0F78942179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53617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03D0ED-1587-4C47-9F9A-D428DB360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FE30553-689F-9041-88A3-A194C4640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5174637-D935-5646-9C50-551B872B63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DE2A03-5E6D-E743-A498-1766426C1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FC4F4-C477-594F-BA38-E64EFA0A205E}" type="datetimeFigureOut">
              <a:rPr kumimoji="1" lang="zh-CN" altLang="en-US" smtClean="0"/>
              <a:t>2026/3/29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0F2DC0F-D4EC-5546-868C-1A9CC97ED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B8ABC7-75CD-D84C-9AB3-AA91A17CD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EAC69-3FB0-E448-B060-E0F78942179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05521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A7B6DE-2BC1-3742-BC37-384353409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4D2A65-C016-E44C-B509-612B40BD9B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31EF30-972E-FB4C-9E08-A836B329E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FC4F4-C477-594F-BA38-E64EFA0A205E}" type="datetimeFigureOut">
              <a:rPr kumimoji="1" lang="zh-CN" altLang="en-US" smtClean="0"/>
              <a:t>2026/3/29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660A5B-3C40-8E4C-823B-FD0A3D4BB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D75EA6-53A0-C54D-B00D-8F10419EA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EAC69-3FB0-E448-B060-E0F78942179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15209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09F4435-E1C7-B147-8582-AB0AFB476B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7A77AF9-3BF1-514E-AA7E-0A04CC6A3A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68EF2A-7199-7649-8579-AB9218558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FC4F4-C477-594F-BA38-E64EFA0A205E}" type="datetimeFigureOut">
              <a:rPr kumimoji="1" lang="zh-CN" altLang="en-US" smtClean="0"/>
              <a:t>2026/3/29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9CCE57-8FB3-A044-8973-C529FA763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F71464-7010-8040-82E1-1578FD9B1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EAC69-3FB0-E448-B060-E0F78942179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35868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51A475F-12D3-1743-8707-7FFC1789E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68249F-4CA2-3749-9DB7-3C2788C8A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CE268C-55BD-3E48-9029-B9E0D80CF8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EFC4F4-C477-594F-BA38-E64EFA0A205E}" type="datetimeFigureOut">
              <a:rPr kumimoji="1" lang="zh-CN" altLang="en-US" smtClean="0"/>
              <a:t>2026/3/29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BF9159-582F-304E-ADE6-43B7E84DD6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269AA4-8D0C-684A-9E0D-107CE72CE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FEAC69-3FB0-E448-B060-E0F78942179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5074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8887421-0B06-B64E-997D-558AA7437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967" y="704803"/>
            <a:ext cx="10940143" cy="5209198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2E71540-889F-D54D-B4A6-2C65F0FC76AF}"/>
              </a:ext>
            </a:extLst>
          </p:cNvPr>
          <p:cNvSpPr/>
          <p:nvPr/>
        </p:nvSpPr>
        <p:spPr>
          <a:xfrm>
            <a:off x="3735187" y="3983320"/>
            <a:ext cx="415798" cy="1130463"/>
          </a:xfrm>
          <a:prstGeom prst="rect">
            <a:avLst/>
          </a:prstGeom>
          <a:solidFill>
            <a:srgbClr val="C9D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B2BFB1B-8CE8-1B45-91BB-69E984B5CCC2}"/>
              </a:ext>
            </a:extLst>
          </p:cNvPr>
          <p:cNvSpPr/>
          <p:nvPr/>
        </p:nvSpPr>
        <p:spPr>
          <a:xfrm>
            <a:off x="632177" y="2599092"/>
            <a:ext cx="700940" cy="40587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DCCF423-99E4-2F41-B839-AC080922D8B1}"/>
              </a:ext>
            </a:extLst>
          </p:cNvPr>
          <p:cNvSpPr txBox="1"/>
          <p:nvPr/>
        </p:nvSpPr>
        <p:spPr>
          <a:xfrm>
            <a:off x="633219" y="2487656"/>
            <a:ext cx="516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版型参数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B73E67E-203B-8841-B397-F328AC80A351}"/>
              </a:ext>
            </a:extLst>
          </p:cNvPr>
          <p:cNvSpPr txBox="1"/>
          <p:nvPr/>
        </p:nvSpPr>
        <p:spPr>
          <a:xfrm rot="5400000">
            <a:off x="3392959" y="4299608"/>
            <a:ext cx="11700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Transformer</a:t>
            </a:r>
          </a:p>
          <a:p>
            <a:pPr algn="ctr"/>
            <a:r>
              <a:rPr kumimoji="1" lang="zh-CN" altLang="en-US" sz="1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编码器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C9F6B61-3999-CB4B-9B3F-5ABC3F339BBC}"/>
              </a:ext>
            </a:extLst>
          </p:cNvPr>
          <p:cNvSpPr/>
          <p:nvPr/>
        </p:nvSpPr>
        <p:spPr>
          <a:xfrm>
            <a:off x="2657148" y="2582756"/>
            <a:ext cx="605420" cy="386221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C2D34A0-5B20-FE4B-9B43-4AD0276F294A}"/>
              </a:ext>
            </a:extLst>
          </p:cNvPr>
          <p:cNvSpPr txBox="1"/>
          <p:nvPr/>
        </p:nvSpPr>
        <p:spPr>
          <a:xfrm>
            <a:off x="2703959" y="2508599"/>
            <a:ext cx="587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版型</a:t>
            </a:r>
            <a:endParaRPr kumimoji="1" lang="en-US" altLang="zh-CN" sz="12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kumimoji="1" lang="en-US" altLang="zh-CN" sz="12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tokens</a:t>
            </a:r>
            <a:endParaRPr kumimoji="1" lang="zh-CN" altLang="en-US" sz="12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BDA1D8B-2864-A744-8743-3BD3BFBAEE57}"/>
              </a:ext>
            </a:extLst>
          </p:cNvPr>
          <p:cNvSpPr/>
          <p:nvPr/>
        </p:nvSpPr>
        <p:spPr>
          <a:xfrm>
            <a:off x="4617661" y="2646726"/>
            <a:ext cx="743267" cy="348499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6D22EFA-BD02-794B-8DE9-EE6C05A8D300}"/>
              </a:ext>
            </a:extLst>
          </p:cNvPr>
          <p:cNvSpPr txBox="1"/>
          <p:nvPr/>
        </p:nvSpPr>
        <p:spPr>
          <a:xfrm>
            <a:off x="4645926" y="2599092"/>
            <a:ext cx="587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扩展</a:t>
            </a:r>
            <a:endParaRPr kumimoji="1" lang="en-US" altLang="zh-CN" sz="12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kumimoji="1" lang="en-US" altLang="zh-CN" sz="12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tokens</a:t>
            </a:r>
            <a:endParaRPr kumimoji="1" lang="zh-CN" altLang="en-US" sz="12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73C71D7-A5F3-5B45-8DAB-892A65A82E6E}"/>
              </a:ext>
            </a:extLst>
          </p:cNvPr>
          <p:cNvSpPr/>
          <p:nvPr/>
        </p:nvSpPr>
        <p:spPr>
          <a:xfrm>
            <a:off x="3613663" y="2413015"/>
            <a:ext cx="743267" cy="461665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5BEDB92-6E78-9A4A-9FF1-8F5B2B5A8F87}"/>
              </a:ext>
            </a:extLst>
          </p:cNvPr>
          <p:cNvSpPr txBox="1"/>
          <p:nvPr/>
        </p:nvSpPr>
        <p:spPr>
          <a:xfrm>
            <a:off x="3596089" y="2555123"/>
            <a:ext cx="920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旋转</a:t>
            </a:r>
            <a:r>
              <a:rPr kumimoji="1" lang="en-US" altLang="zh-CN" sz="12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&amp;</a:t>
            </a:r>
            <a:r>
              <a:rPr kumimoji="1" lang="zh-CN" altLang="en-US" sz="12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平移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2EA8BAC-8706-EF4B-8DDE-253202A61379}"/>
              </a:ext>
            </a:extLst>
          </p:cNvPr>
          <p:cNvSpPr/>
          <p:nvPr/>
        </p:nvSpPr>
        <p:spPr>
          <a:xfrm>
            <a:off x="5526231" y="2665587"/>
            <a:ext cx="696327" cy="32963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7A2735F-414D-0C49-A6EB-69026F5DFE43}"/>
              </a:ext>
            </a:extLst>
          </p:cNvPr>
          <p:cNvSpPr txBox="1"/>
          <p:nvPr/>
        </p:nvSpPr>
        <p:spPr>
          <a:xfrm>
            <a:off x="5584929" y="2599092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边缘</a:t>
            </a:r>
            <a:endParaRPr kumimoji="1" lang="en-US" altLang="zh-CN" sz="12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查询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F4A36F0-15B7-2140-B66D-A25B0208A411}"/>
              </a:ext>
            </a:extLst>
          </p:cNvPr>
          <p:cNvSpPr/>
          <p:nvPr/>
        </p:nvSpPr>
        <p:spPr>
          <a:xfrm>
            <a:off x="7552124" y="2638545"/>
            <a:ext cx="629663" cy="32963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FAA7FEB-2B6D-424B-A1FA-F35B43EA730D}"/>
              </a:ext>
            </a:extLst>
          </p:cNvPr>
          <p:cNvSpPr txBox="1"/>
          <p:nvPr/>
        </p:nvSpPr>
        <p:spPr>
          <a:xfrm>
            <a:off x="7604189" y="2605150"/>
            <a:ext cx="587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边缘</a:t>
            </a:r>
            <a:endParaRPr kumimoji="1" lang="en-US" altLang="zh-CN" sz="12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kumimoji="1" lang="en-US" altLang="zh-CN" sz="12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tokens</a:t>
            </a:r>
            <a:endParaRPr kumimoji="1" lang="zh-CN" altLang="en-US" sz="12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828380B-1C71-5043-AC0D-0F4D086EA67B}"/>
              </a:ext>
            </a:extLst>
          </p:cNvPr>
          <p:cNvSpPr/>
          <p:nvPr/>
        </p:nvSpPr>
        <p:spPr>
          <a:xfrm>
            <a:off x="804591" y="5572447"/>
            <a:ext cx="916633" cy="18568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BAB3F6A-4AEC-A34E-B42F-F9A204B8D469}"/>
              </a:ext>
            </a:extLst>
          </p:cNvPr>
          <p:cNvSpPr txBox="1"/>
          <p:nvPr/>
        </p:nvSpPr>
        <p:spPr>
          <a:xfrm>
            <a:off x="906820" y="5497659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输入图片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9CB51B7-CD67-4C47-B588-FD3B2EB47885}"/>
              </a:ext>
            </a:extLst>
          </p:cNvPr>
          <p:cNvSpPr/>
          <p:nvPr/>
        </p:nvSpPr>
        <p:spPr>
          <a:xfrm>
            <a:off x="2571777" y="4990924"/>
            <a:ext cx="763094" cy="386221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233F1B4-7467-2B46-A453-0EFD535AC892}"/>
              </a:ext>
            </a:extLst>
          </p:cNvPr>
          <p:cNvSpPr/>
          <p:nvPr/>
        </p:nvSpPr>
        <p:spPr>
          <a:xfrm>
            <a:off x="4607747" y="5340317"/>
            <a:ext cx="763094" cy="386221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B2EF1F5-783B-7546-BAA2-6C254F5966DB}"/>
              </a:ext>
            </a:extLst>
          </p:cNvPr>
          <p:cNvSpPr/>
          <p:nvPr/>
        </p:nvSpPr>
        <p:spPr>
          <a:xfrm>
            <a:off x="6401900" y="5225319"/>
            <a:ext cx="763094" cy="386221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F92D593-FC85-6448-9289-1E713D5E76AF}"/>
              </a:ext>
            </a:extLst>
          </p:cNvPr>
          <p:cNvSpPr txBox="1"/>
          <p:nvPr/>
        </p:nvSpPr>
        <p:spPr>
          <a:xfrm>
            <a:off x="4583886" y="5340317"/>
            <a:ext cx="894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视觉</a:t>
            </a:r>
            <a:r>
              <a:rPr kumimoji="1" lang="en-US" altLang="zh-CN" sz="12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tokens</a:t>
            </a:r>
            <a:endParaRPr kumimoji="1" lang="zh-CN" altLang="en-US" sz="12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3B8BFCC-5CC1-A842-9FEB-5802A130EC0C}"/>
              </a:ext>
            </a:extLst>
          </p:cNvPr>
          <p:cNvSpPr txBox="1"/>
          <p:nvPr/>
        </p:nvSpPr>
        <p:spPr>
          <a:xfrm>
            <a:off x="2618958" y="5017365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图片特征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E56D0E3-FE37-6747-A81F-FA2AA1377035}"/>
              </a:ext>
            </a:extLst>
          </p:cNvPr>
          <p:cNvSpPr txBox="1"/>
          <p:nvPr/>
        </p:nvSpPr>
        <p:spPr>
          <a:xfrm>
            <a:off x="6301707" y="5209459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相似度矩阵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81885F6-4038-4647-85AB-8BFF01E9C946}"/>
              </a:ext>
            </a:extLst>
          </p:cNvPr>
          <p:cNvSpPr/>
          <p:nvPr/>
        </p:nvSpPr>
        <p:spPr>
          <a:xfrm>
            <a:off x="1777792" y="1258290"/>
            <a:ext cx="397643" cy="1030698"/>
          </a:xfrm>
          <a:prstGeom prst="rect">
            <a:avLst/>
          </a:prstGeom>
          <a:solidFill>
            <a:srgbClr val="FDE5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36390E6-9B20-1045-B26A-7D0B6D19131C}"/>
              </a:ext>
            </a:extLst>
          </p:cNvPr>
          <p:cNvSpPr txBox="1"/>
          <p:nvPr/>
        </p:nvSpPr>
        <p:spPr>
          <a:xfrm rot="5400000">
            <a:off x="1527952" y="1578718"/>
            <a:ext cx="8973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版型</a:t>
            </a:r>
            <a:endParaRPr kumimoji="1" lang="en-US" altLang="zh-CN" sz="1400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kumimoji="1" lang="zh-CN" altLang="en-US" sz="1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编码器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28A6A7A-8B2B-1046-931E-0FCA409CB1FF}"/>
              </a:ext>
            </a:extLst>
          </p:cNvPr>
          <p:cNvSpPr/>
          <p:nvPr/>
        </p:nvSpPr>
        <p:spPr>
          <a:xfrm rot="5400000">
            <a:off x="3561182" y="1625114"/>
            <a:ext cx="690791" cy="310776"/>
          </a:xfrm>
          <a:prstGeom prst="rect">
            <a:avLst/>
          </a:prstGeom>
          <a:solidFill>
            <a:srgbClr val="D6DD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5C38FC5-885D-4346-9F50-36853DBC3F22}"/>
              </a:ext>
            </a:extLst>
          </p:cNvPr>
          <p:cNvSpPr txBox="1"/>
          <p:nvPr/>
        </p:nvSpPr>
        <p:spPr>
          <a:xfrm rot="5400000">
            <a:off x="3654824" y="1686439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扩展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6485E92-A025-854F-9EF0-1E186852CDCC}"/>
              </a:ext>
            </a:extLst>
          </p:cNvPr>
          <p:cNvSpPr/>
          <p:nvPr/>
        </p:nvSpPr>
        <p:spPr>
          <a:xfrm>
            <a:off x="6683489" y="1391666"/>
            <a:ext cx="481506" cy="897321"/>
          </a:xfrm>
          <a:prstGeom prst="rect">
            <a:avLst/>
          </a:prstGeom>
          <a:solidFill>
            <a:srgbClr val="FFF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E84CF7F-8FD7-7F4F-82F9-D6D0AB2EA516}"/>
              </a:ext>
            </a:extLst>
          </p:cNvPr>
          <p:cNvSpPr txBox="1"/>
          <p:nvPr/>
        </p:nvSpPr>
        <p:spPr>
          <a:xfrm rot="5400000">
            <a:off x="6602077" y="1578716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边缘</a:t>
            </a:r>
            <a:endParaRPr kumimoji="1" lang="en-US" altLang="zh-CN" sz="1400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kumimoji="1" lang="zh-CN" altLang="en-US" sz="1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编码器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B9B1C08-F579-144F-BDC2-2712269C1179}"/>
              </a:ext>
            </a:extLst>
          </p:cNvPr>
          <p:cNvSpPr/>
          <p:nvPr/>
        </p:nvSpPr>
        <p:spPr>
          <a:xfrm>
            <a:off x="9560311" y="5203745"/>
            <a:ext cx="707265" cy="386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03A3DC2-B367-E84E-90FD-411843DE98D6}"/>
              </a:ext>
            </a:extLst>
          </p:cNvPr>
          <p:cNvSpPr txBox="1"/>
          <p:nvPr/>
        </p:nvSpPr>
        <p:spPr>
          <a:xfrm>
            <a:off x="9513833" y="5179903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缝纫版型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A73A89A-BD9B-5B4E-BC44-B904DD59508E}"/>
              </a:ext>
            </a:extLst>
          </p:cNvPr>
          <p:cNvSpPr/>
          <p:nvPr/>
        </p:nvSpPr>
        <p:spPr>
          <a:xfrm>
            <a:off x="9486527" y="2472477"/>
            <a:ext cx="707265" cy="386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E2A1542-212F-F848-B6CD-9BF72041DCB9}"/>
              </a:ext>
            </a:extLst>
          </p:cNvPr>
          <p:cNvSpPr/>
          <p:nvPr/>
        </p:nvSpPr>
        <p:spPr>
          <a:xfrm>
            <a:off x="10538555" y="2777390"/>
            <a:ext cx="917129" cy="386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8DE53E6-4208-A54A-A894-61B4806546B5}"/>
              </a:ext>
            </a:extLst>
          </p:cNvPr>
          <p:cNvSpPr txBox="1"/>
          <p:nvPr/>
        </p:nvSpPr>
        <p:spPr>
          <a:xfrm>
            <a:off x="10785889" y="2787459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重建服装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1ED725A-0368-AC46-8B24-C2995BB9C104}"/>
              </a:ext>
            </a:extLst>
          </p:cNvPr>
          <p:cNvSpPr txBox="1"/>
          <p:nvPr/>
        </p:nvSpPr>
        <p:spPr>
          <a:xfrm>
            <a:off x="9631713" y="2418272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版型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73C33C9-873E-0B42-B56A-FCB75F63CD28}"/>
              </a:ext>
            </a:extLst>
          </p:cNvPr>
          <p:cNvSpPr/>
          <p:nvPr/>
        </p:nvSpPr>
        <p:spPr>
          <a:xfrm>
            <a:off x="8368230" y="2666321"/>
            <a:ext cx="707265" cy="386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D8EA5BD-82DB-2F46-A1A5-FD127F121317}"/>
              </a:ext>
            </a:extLst>
          </p:cNvPr>
          <p:cNvSpPr txBox="1"/>
          <p:nvPr/>
        </p:nvSpPr>
        <p:spPr>
          <a:xfrm>
            <a:off x="8514667" y="2664781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估计</a:t>
            </a:r>
            <a:endParaRPr kumimoji="1" lang="en-US" altLang="zh-CN" sz="12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边缘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2373626-6BA0-2E4B-9F90-A872A8CF5A05}"/>
              </a:ext>
            </a:extLst>
          </p:cNvPr>
          <p:cNvSpPr/>
          <p:nvPr/>
        </p:nvSpPr>
        <p:spPr>
          <a:xfrm rot="5400000">
            <a:off x="7613752" y="4359307"/>
            <a:ext cx="1093157" cy="415797"/>
          </a:xfrm>
          <a:prstGeom prst="rect">
            <a:avLst/>
          </a:prstGeom>
          <a:solidFill>
            <a:srgbClr val="D9EB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3DF6B54-D57A-B344-A17A-185940E2ED20}"/>
              </a:ext>
            </a:extLst>
          </p:cNvPr>
          <p:cNvSpPr txBox="1"/>
          <p:nvPr/>
        </p:nvSpPr>
        <p:spPr>
          <a:xfrm rot="5400000">
            <a:off x="7730381" y="4457193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缝纫预测</a:t>
            </a:r>
          </a:p>
        </p:txBody>
      </p:sp>
    </p:spTree>
    <p:extLst>
      <p:ext uri="{BB962C8B-B14F-4D97-AF65-F5344CB8AC3E}">
        <p14:creationId xmlns:p14="http://schemas.microsoft.com/office/powerpoint/2010/main" val="580199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42</Words>
  <Application>Microsoft Macintosh PowerPoint</Application>
  <PresentationFormat>宽屏</PresentationFormat>
  <Paragraphs>28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Microsoft Office User</cp:lastModifiedBy>
  <cp:revision>3</cp:revision>
  <dcterms:created xsi:type="dcterms:W3CDTF">2026-03-08T15:11:11Z</dcterms:created>
  <dcterms:modified xsi:type="dcterms:W3CDTF">2026-03-29T09:24:30Z</dcterms:modified>
</cp:coreProperties>
</file>