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747"/>
  </p:normalViewPr>
  <p:slideViewPr>
    <p:cSldViewPr snapToGrid="0" snapToObjects="1">
      <p:cViewPr>
        <p:scale>
          <a:sx n="88" d="100"/>
          <a:sy n="88" d="100"/>
        </p:scale>
        <p:origin x="200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782C55-8139-2444-BC47-4E85BBC543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BC5B759-C242-6B4B-B312-C39FEADB44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FB491ED-7A2B-DA43-AF85-B39EF36425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9DCCC9D-600A-2F47-AD14-5F52BCF65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93F696-14E1-8E40-9030-1361C7C7E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2021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262A7C1-D668-EA41-8031-3A0C928FE6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4AF67FB-1A45-5048-9661-CEC231FA14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C1A41CB-6C7B-8E40-81C5-2FC268C1C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D860A9E-441D-5043-B0A4-37C0618FC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3D9A79-79E1-A544-9A6C-97400CDE2D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82714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6D31AA-53C9-BC44-8534-5194DAD34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883C96A-06A9-174D-9F60-2ECDAED7AB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25A170-22B9-BC42-8559-3F13B0AF2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1293B53-D306-8348-ACFA-1B9DCEDEC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AB7CF95-B509-F04C-BBC0-12F6482E2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53930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03E1C1-5959-2843-9366-CC04A465B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E90027-DBA1-0947-B7E6-E0446CC32C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B1D7CA77-A461-254A-AD59-79A048CCAD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C0DD47A-63E2-3F4A-BEE4-A5B68FEA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714E9DF-D32E-B940-BEC9-653F5EF664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C6B226E-CFE9-0B45-BC70-F9444BEE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495689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125C9B-DFF8-294D-AE13-44FE077D8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3883FA5-E4F0-D441-A4B3-3CFA013D09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1032A5A-BAFE-C240-8DA5-B99ABD3A85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DDC06F4-672A-B94F-8E8D-C3F3F59574B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8838DC3-A5E3-754F-A702-5FC95306AB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8329BB34-F0F7-A840-B2AC-4E594C2E9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2026/3/3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C343318-40C6-7145-8689-38314F0EA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5CCD60E-8033-9941-8507-4810D1E7D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81088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8139D1-E8A6-684F-B80C-AD18EB2D4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CC82016E-535B-1343-BB11-95F36625D1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2026/3/3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7D395B5-7BB7-FE47-8F02-E1BB00F82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F5594DD-3814-5D4E-8D8B-A269CCD641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202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C4014CC-B868-6442-A86C-96E17A8F7D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A998723-E720-B94B-BA82-21DBBF7652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1F7B7C8-66EA-4D47-9BEB-958F5B061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40773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FA3C2FD-509C-2E4C-9825-93FB35A9E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8BA3C74-8D85-1E43-82EF-238550EECE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5696A2E-20F8-6145-8FBD-8552932B2B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4A9C5FC-1C5F-EE4E-9C53-FE5F44B52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97060B-90A1-204A-B50B-0DD6BFDBF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C8FC30-CCF6-2941-A591-F6ADBBC34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33734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D96EC58-6FC4-9B41-836F-00462BEE4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C930DF2-30F6-7544-9C08-3BDE784BA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41647B-D3EA-3644-AA7A-BBC4AA0EF9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B6552D2-3159-9349-B452-8B56F5F3EF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61EB720-FC10-F545-A2A6-E62987C12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FEE7EAB-EE5C-1E44-8AE4-E00B6F86A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78770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76FBDCF-C812-8548-898B-21194860A6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CA518-A8EB-BE40-894E-3AFC390258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93058E-36ED-A04E-AFFD-4E8ADFFFB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B9AF0B-8494-9642-BD9E-9009EE6136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173043A-B654-5843-A95F-6C09903D8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69834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BD4ED686-339F-0C40-B445-F423E3241E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6A370AE-97E6-4E45-8FEE-7484BE3E47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A72886-B12F-0142-8691-15CED467F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69FB2-7BD2-D646-BFBD-5C1D555F6E84}" type="datetimeFigureOut">
              <a:rPr kumimoji="1" lang="zh-CN" altLang="en-US" smtClean="0"/>
              <a:t>2026/3/3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93450E-0B8E-5B41-B547-E9591123A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D04A2BA-E4B4-8546-ABB2-D880B00B9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84324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EE6C8F5-2169-8F48-B99F-6FF69C6B1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CB4B93E-B26D-5345-A02F-4CDBD45883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0C8397-E8D5-2247-A4D9-ACB9F5835F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469FB2-7BD2-D646-BFBD-5C1D555F6E84}" type="datetimeFigureOut">
              <a:rPr kumimoji="1" lang="zh-CN" altLang="en-US" smtClean="0"/>
              <a:t>2026/3/3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94A7C66-1344-5842-A5E5-EB87C46D85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F22F885-70FD-A34C-8875-9E6083FC468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788BE61-E3B9-9D46-8365-6FF0B31DB29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00151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9F1B9B00-E679-5C41-86AD-C737D66603C6}"/>
              </a:ext>
            </a:extLst>
          </p:cNvPr>
          <p:cNvSpPr/>
          <p:nvPr/>
        </p:nvSpPr>
        <p:spPr>
          <a:xfrm>
            <a:off x="2852804" y="752312"/>
            <a:ext cx="6756722" cy="52946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dirty="0"/>
              <a:t>基于人体几何先验的可驱动穿衣人重建研究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0393ACC-2B3D-7F4F-AD4A-044CA23FE5BA}"/>
              </a:ext>
            </a:extLst>
          </p:cNvPr>
          <p:cNvSpPr/>
          <p:nvPr/>
        </p:nvSpPr>
        <p:spPr>
          <a:xfrm>
            <a:off x="2852804" y="1424617"/>
            <a:ext cx="3349379" cy="1133870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A84BE2BC-AAC4-3A49-B74B-0D1D2E7379DA}"/>
              </a:ext>
            </a:extLst>
          </p:cNvPr>
          <p:cNvSpPr txBox="1"/>
          <p:nvPr/>
        </p:nvSpPr>
        <p:spPr>
          <a:xfrm>
            <a:off x="2171563" y="1606540"/>
            <a:ext cx="64633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dirty="0"/>
              <a:t>问题</a:t>
            </a:r>
            <a:endParaRPr kumimoji="1" lang="en-US" altLang="zh-CN" dirty="0"/>
          </a:p>
          <a:p>
            <a:r>
              <a:rPr kumimoji="1" lang="zh-CN" altLang="en-US" dirty="0"/>
              <a:t>挑战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298392B-9571-374C-AD46-ED0709A7F7A2}"/>
              </a:ext>
            </a:extLst>
          </p:cNvPr>
          <p:cNvSpPr/>
          <p:nvPr/>
        </p:nvSpPr>
        <p:spPr>
          <a:xfrm>
            <a:off x="2852803" y="1424616"/>
            <a:ext cx="3070247" cy="3638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高斯属性与网格拓扑解耦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CB89BCB-96A7-F043-80A7-601B497E868C}"/>
              </a:ext>
            </a:extLst>
          </p:cNvPr>
          <p:cNvSpPr txBox="1"/>
          <p:nvPr/>
        </p:nvSpPr>
        <p:spPr>
          <a:xfrm>
            <a:off x="2975314" y="1855937"/>
            <a:ext cx="29477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现有3DGS人体方法中高斯旋转/缩放为自由参数，与底层网格拓扑无关联，未见姿态下高斯脱离表面，产生几何伪影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157DD94-4954-BF43-B48A-41C650F63B56}"/>
              </a:ext>
            </a:extLst>
          </p:cNvPr>
          <p:cNvSpPr/>
          <p:nvPr/>
        </p:nvSpPr>
        <p:spPr>
          <a:xfrm>
            <a:off x="6324694" y="1426667"/>
            <a:ext cx="3284834" cy="1133870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4A406CE-C199-8146-9772-97C416362250}"/>
              </a:ext>
            </a:extLst>
          </p:cNvPr>
          <p:cNvSpPr/>
          <p:nvPr/>
        </p:nvSpPr>
        <p:spPr>
          <a:xfrm>
            <a:off x="6431987" y="1424616"/>
            <a:ext cx="3070247" cy="3638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服装参数生成缺乏人体几何感知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FC18C682-CA5B-3E4E-8FBB-9B3D8D8A8FDF}"/>
              </a:ext>
            </a:extLst>
          </p:cNvPr>
          <p:cNvSpPr txBox="1"/>
          <p:nvPr/>
        </p:nvSpPr>
        <p:spPr>
          <a:xfrm>
            <a:off x="6394511" y="1852360"/>
            <a:ext cx="315376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200" dirty="0"/>
              <a:t>现有方法仅凭图像预测服装参数，缺乏对穿着者真实体型的显式感知，导致服装尺寸与体型失配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3CDBCBF-81F1-7B4F-ADE7-1B0E077F5BA6}"/>
              </a:ext>
            </a:extLst>
          </p:cNvPr>
          <p:cNvSpPr/>
          <p:nvPr/>
        </p:nvSpPr>
        <p:spPr>
          <a:xfrm>
            <a:off x="2852803" y="2708400"/>
            <a:ext cx="6771940" cy="3638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引入参数化人体几何先验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D6F2C1C8-152A-4A4B-975E-0B0A305CDE75}"/>
              </a:ext>
            </a:extLst>
          </p:cNvPr>
          <p:cNvSpPr txBox="1"/>
          <p:nvPr/>
        </p:nvSpPr>
        <p:spPr>
          <a:xfrm>
            <a:off x="2145217" y="2558487"/>
            <a:ext cx="646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研究思路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B436BA9-BD19-0D44-94E4-6CABAD57EF37}"/>
              </a:ext>
            </a:extLst>
          </p:cNvPr>
          <p:cNvSpPr txBox="1"/>
          <p:nvPr/>
        </p:nvSpPr>
        <p:spPr>
          <a:xfrm>
            <a:off x="2127389" y="3631206"/>
            <a:ext cx="6463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研究内容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581880DE-CE26-C944-8830-B479173C0A17}"/>
              </a:ext>
            </a:extLst>
          </p:cNvPr>
          <p:cNvSpPr txBox="1"/>
          <p:nvPr/>
        </p:nvSpPr>
        <p:spPr>
          <a:xfrm>
            <a:off x="2145217" y="4950462"/>
            <a:ext cx="646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目标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89FAB68-41C5-F643-B9EC-D8A9F8D3BF11}"/>
              </a:ext>
            </a:extLst>
          </p:cNvPr>
          <p:cNvSpPr/>
          <p:nvPr/>
        </p:nvSpPr>
        <p:spPr>
          <a:xfrm>
            <a:off x="2852803" y="3347664"/>
            <a:ext cx="3300052" cy="1313656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1C3218C-46B2-9E4D-B09A-FCEDD9869CB3}"/>
              </a:ext>
            </a:extLst>
          </p:cNvPr>
          <p:cNvSpPr/>
          <p:nvPr/>
        </p:nvSpPr>
        <p:spPr>
          <a:xfrm>
            <a:off x="2975314" y="3345613"/>
            <a:ext cx="3070247" cy="3638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基于拓扑感知的三维高斯人体重建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25D0B37-0A39-954A-B868-84049DCAE970}"/>
              </a:ext>
            </a:extLst>
          </p:cNvPr>
          <p:cNvSpPr/>
          <p:nvPr/>
        </p:nvSpPr>
        <p:spPr>
          <a:xfrm>
            <a:off x="6411640" y="3347663"/>
            <a:ext cx="3223576" cy="1313657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07A842C-0FEF-9048-ABCF-9BF35EE6971B}"/>
              </a:ext>
            </a:extLst>
          </p:cNvPr>
          <p:cNvSpPr/>
          <p:nvPr/>
        </p:nvSpPr>
        <p:spPr>
          <a:xfrm>
            <a:off x="6411641" y="3345613"/>
            <a:ext cx="3223576" cy="3638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基于人体几何先验的三维服装生成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23837E-683C-A747-BCD5-B0CFAE970554}"/>
              </a:ext>
            </a:extLst>
          </p:cNvPr>
          <p:cNvSpPr/>
          <p:nvPr/>
        </p:nvSpPr>
        <p:spPr>
          <a:xfrm>
            <a:off x="3027349" y="3772448"/>
            <a:ext cx="2846373" cy="363849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解析式三维高斯绑定策略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309BC6A-202D-9146-939E-A6B7B1FEB7C9}"/>
              </a:ext>
            </a:extLst>
          </p:cNvPr>
          <p:cNvSpPr/>
          <p:nvPr/>
        </p:nvSpPr>
        <p:spPr>
          <a:xfrm>
            <a:off x="2976667" y="4213034"/>
            <a:ext cx="2846373" cy="363849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三角等边正则约束项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8B3D4CE-2CCC-A34D-863B-0E3BC6617704}"/>
              </a:ext>
            </a:extLst>
          </p:cNvPr>
          <p:cNvSpPr/>
          <p:nvPr/>
        </p:nvSpPr>
        <p:spPr>
          <a:xfrm>
            <a:off x="6600241" y="3731648"/>
            <a:ext cx="2846373" cy="404649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参数化人体模型测量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C8ADB58-2F65-484B-ABD8-368E1D37D1F5}"/>
              </a:ext>
            </a:extLst>
          </p:cNvPr>
          <p:cNvSpPr/>
          <p:nvPr/>
        </p:nvSpPr>
        <p:spPr>
          <a:xfrm>
            <a:off x="6600240" y="4204598"/>
            <a:ext cx="2846373" cy="404649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几何先验引导服装参数生成</a:t>
            </a: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C86F6E39-1FED-6347-A818-34B706834A14}"/>
              </a:ext>
            </a:extLst>
          </p:cNvPr>
          <p:cNvSpPr txBox="1"/>
          <p:nvPr/>
        </p:nvSpPr>
        <p:spPr>
          <a:xfrm>
            <a:off x="2206472" y="5481055"/>
            <a:ext cx="646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zh-CN" altLang="en-US" dirty="0"/>
              <a:t>应用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9F3AFC4-DABA-F541-B97C-D4E0DD45FF6B}"/>
              </a:ext>
            </a:extLst>
          </p:cNvPr>
          <p:cNvSpPr/>
          <p:nvPr/>
        </p:nvSpPr>
        <p:spPr>
          <a:xfrm>
            <a:off x="2852803" y="4982967"/>
            <a:ext cx="3300052" cy="363849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提升人体几何重建质量与驱动泛化性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C8F6F8E-26C9-EB46-888B-DEB240B291CE}"/>
              </a:ext>
            </a:extLst>
          </p:cNvPr>
          <p:cNvSpPr/>
          <p:nvPr/>
        </p:nvSpPr>
        <p:spPr>
          <a:xfrm>
            <a:off x="2852804" y="5486538"/>
            <a:ext cx="6782412" cy="36384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400" dirty="0"/>
              <a:t>引入参数化人体几何先验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53E3A8-3A33-CB41-8B8F-95F8185207D7}"/>
              </a:ext>
            </a:extLst>
          </p:cNvPr>
          <p:cNvSpPr/>
          <p:nvPr/>
        </p:nvSpPr>
        <p:spPr>
          <a:xfrm>
            <a:off x="6431987" y="4974531"/>
            <a:ext cx="3177539" cy="363849"/>
          </a:xfrm>
          <a:prstGeom prst="rect">
            <a:avLst/>
          </a:prstGeom>
          <a:noFill/>
          <a:ln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200" dirty="0">
                <a:solidFill>
                  <a:schemeClr val="tx1"/>
                </a:solidFill>
              </a:rPr>
              <a:t>提升服装参数生成精度与生成效率</a:t>
            </a:r>
          </a:p>
        </p:txBody>
      </p:sp>
    </p:spTree>
    <p:extLst>
      <p:ext uri="{BB962C8B-B14F-4D97-AF65-F5344CB8AC3E}">
        <p14:creationId xmlns:p14="http://schemas.microsoft.com/office/powerpoint/2010/main" val="328128833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166</Words>
  <Application>Microsoft Macintosh PowerPoint</Application>
  <PresentationFormat>宽屏</PresentationFormat>
  <Paragraphs>21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Microsoft Office User</dc:creator>
  <cp:lastModifiedBy>Microsoft Office User</cp:lastModifiedBy>
  <cp:revision>4</cp:revision>
  <dcterms:created xsi:type="dcterms:W3CDTF">2026-03-03T15:39:58Z</dcterms:created>
  <dcterms:modified xsi:type="dcterms:W3CDTF">2026-03-03T16:01:47Z</dcterms:modified>
</cp:coreProperties>
</file>