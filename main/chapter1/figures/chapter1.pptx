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7"/>
    <p:restoredTop sz="94864"/>
  </p:normalViewPr>
  <p:slideViewPr>
    <p:cSldViewPr snapToGrid="0" snapToObjects="1">
      <p:cViewPr varScale="1">
        <p:scale>
          <a:sx n="111" d="100"/>
          <a:sy n="111" d="100"/>
        </p:scale>
        <p:origin x="36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782C55-8139-2444-BC47-4E85BBC543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BC5B759-C242-6B4B-B312-C39FEADB44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B491ED-7A2B-DA43-AF85-B39EF3642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DCCC9D-600A-2F47-AD14-5F52BCF65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93F696-14E1-8E40-9030-1361C7C7E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20211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62A7C1-D668-EA41-8031-3A0C928FE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4AF67FB-1A45-5048-9661-CEC231FA14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C1A41CB-6C7B-8E40-81C5-2FC268C1C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860A9E-441D-5043-B0A4-37C0618FC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43D9A79-79E1-A544-9A6C-97400CDE2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82714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6D31AA-53C9-BC44-8534-5194DAD34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883C96A-06A9-174D-9F60-2ECDAED7AB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25A170-22B9-BC42-8559-3F13B0AF2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293B53-D306-8348-ACFA-1B9DCEDEC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B7CF95-B509-F04C-BBC0-12F6482E2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53930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03E1C1-5959-2843-9366-CC04A465B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E90027-DBA1-0947-B7E6-E0446CC32C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1D7CA77-A461-254A-AD59-79A048CCAD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C0DD47A-63E2-3F4A-BEE4-A5B68FEA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714E9DF-D32E-B940-BEC9-653F5EF66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C6B226E-CFE9-0B45-BC70-F9444BEE0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495689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125C9B-DFF8-294D-AE13-44FE077D8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3883FA5-E4F0-D441-A4B3-3CFA013D09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1032A5A-BAFE-C240-8DA5-B99ABD3A85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DDC06F4-672A-B94F-8E8D-C3F3F59574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8838DC3-A5E3-754F-A702-5FC95306AB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329BB34-F0F7-A840-B2AC-4E594C2E9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2026/3/8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C343318-40C6-7145-8689-38314F0EA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5CCD60E-8033-9941-8507-4810D1E7D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810880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8139D1-E8A6-684F-B80C-AD18EB2D4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C82016E-535B-1343-BB11-95F36625D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2026/3/8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7D395B5-7BB7-FE47-8F02-E1BB00F82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F5594DD-3814-5D4E-8D8B-A269CCD64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1202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C4014CC-B868-6442-A86C-96E17A8F7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2026/3/8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A998723-E720-B94B-BA82-21DBBF765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1F7B7C8-66EA-4D47-9BEB-958F5B061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40773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A3C2FD-509C-2E4C-9825-93FB35A9E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8BA3C74-8D85-1E43-82EF-238550EECE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5696A2E-20F8-6145-8FBD-8552932B2B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4A9C5FC-1C5F-EE4E-9C53-FE5F44B52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97060B-90A1-204A-B50B-0DD6BFDBF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3C8FC30-CCF6-2941-A591-F6ADBBC34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3734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D96EC58-6FC4-9B41-836F-00462BEE4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C930DF2-30F6-7544-9C08-3BDE784BA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541647B-D3EA-3644-AA7A-BBC4AA0EF9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B6552D2-3159-9349-B452-8B56F5F3E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61EB720-FC10-F545-A2A6-E62987C12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FEE7EAB-EE5C-1E44-8AE4-E00B6F86A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78770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76FBDCF-C812-8548-898B-21194860A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FCA518-A8EB-BE40-894E-3AFC390258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93058E-36ED-A04E-AFFD-4E8ADFFFB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5B9AF0B-8494-9642-BD9E-9009EE613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173043A-B654-5843-A95F-6C09903D8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69834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D4ED686-339F-0C40-B445-F423E3241E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6A370AE-97E6-4E45-8FEE-7484BE3E47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FA72886-B12F-0142-8691-15CED467F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93450E-0B8E-5B41-B547-E9591123A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D04A2BA-E4B4-8546-ABB2-D880B00B9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84324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EE6C8F5-2169-8F48-B99F-6FF69C6B1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CB4B93E-B26D-5345-A02F-4CDBD45883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50C8397-E8D5-2247-A4D9-ACB9F5835F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469FB2-7BD2-D646-BFBD-5C1D555F6E84}" type="datetimeFigureOut">
              <a:rPr kumimoji="1" lang="zh-CN" altLang="en-US" smtClean="0"/>
              <a:t>2026/3/8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94A7C66-1344-5842-A5E5-EB87C46D85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F22F885-70FD-A34C-8875-9E6083FC46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00151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1B9B00-E679-5C41-86AD-C737D66603C6}"/>
              </a:ext>
            </a:extLst>
          </p:cNvPr>
          <p:cNvSpPr/>
          <p:nvPr/>
        </p:nvSpPr>
        <p:spPr>
          <a:xfrm>
            <a:off x="2513273" y="729093"/>
            <a:ext cx="6756722" cy="43926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基于几何先验的三维人体与服装重建研究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0393ACC-2B3D-7F4F-AD4A-044CA23FE5BA}"/>
              </a:ext>
            </a:extLst>
          </p:cNvPr>
          <p:cNvSpPr/>
          <p:nvPr/>
        </p:nvSpPr>
        <p:spPr>
          <a:xfrm>
            <a:off x="2516627" y="1308076"/>
            <a:ext cx="3349379" cy="956116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84BE2BC-AAC4-3A49-B74B-0D1D2E7379DA}"/>
              </a:ext>
            </a:extLst>
          </p:cNvPr>
          <p:cNvSpPr txBox="1"/>
          <p:nvPr/>
        </p:nvSpPr>
        <p:spPr>
          <a:xfrm>
            <a:off x="1895852" y="1550036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1400" dirty="0">
                <a:solidFill>
                  <a:srgbClr val="002060"/>
                </a:solidFill>
              </a:rPr>
              <a:t>问题</a:t>
            </a:r>
            <a:endParaRPr kumimoji="1" lang="en-US" altLang="zh-CN" sz="1400" dirty="0">
              <a:solidFill>
                <a:srgbClr val="002060"/>
              </a:solidFill>
            </a:endParaRPr>
          </a:p>
          <a:p>
            <a:r>
              <a:rPr kumimoji="1" lang="zh-CN" altLang="en-US" sz="1400" dirty="0">
                <a:solidFill>
                  <a:srgbClr val="002060"/>
                </a:solidFill>
              </a:rPr>
              <a:t>挑战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298392B-9571-374C-AD46-ED0709A7F7A2}"/>
              </a:ext>
            </a:extLst>
          </p:cNvPr>
          <p:cNvSpPr/>
          <p:nvPr/>
        </p:nvSpPr>
        <p:spPr>
          <a:xfrm>
            <a:off x="2516626" y="1308075"/>
            <a:ext cx="3349379" cy="363849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400" dirty="0"/>
              <a:t>高斯属性与网格拓扑解耦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CB89BCB-96A7-F043-80A7-601B497E868C}"/>
              </a:ext>
            </a:extLst>
          </p:cNvPr>
          <p:cNvSpPr txBox="1"/>
          <p:nvPr/>
        </p:nvSpPr>
        <p:spPr>
          <a:xfrm>
            <a:off x="2623359" y="1708074"/>
            <a:ext cx="31604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/>
              <a:t>现有3DGS人体方法中高斯为无约束优化，与底层网格拓扑无关联，导致</a:t>
            </a:r>
            <a:r>
              <a:rPr lang="zh-CN" altLang="en-US" sz="1200" b="1" dirty="0"/>
              <a:t>驱动泛化性差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157DD94-4954-BF43-B48A-41C650F63B56}"/>
              </a:ext>
            </a:extLst>
          </p:cNvPr>
          <p:cNvSpPr/>
          <p:nvPr/>
        </p:nvSpPr>
        <p:spPr>
          <a:xfrm>
            <a:off x="5988517" y="1310126"/>
            <a:ext cx="3284834" cy="956116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4A406CE-C199-8146-9772-97C416362250}"/>
              </a:ext>
            </a:extLst>
          </p:cNvPr>
          <p:cNvSpPr/>
          <p:nvPr/>
        </p:nvSpPr>
        <p:spPr>
          <a:xfrm>
            <a:off x="5988516" y="1308075"/>
            <a:ext cx="3284833" cy="363849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400" dirty="0"/>
              <a:t>服装参数生成缺乏人体几何感知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C18C682-CA5B-3E4E-8FBB-9B3D8D8A8FDF}"/>
              </a:ext>
            </a:extLst>
          </p:cNvPr>
          <p:cNvSpPr txBox="1"/>
          <p:nvPr/>
        </p:nvSpPr>
        <p:spPr>
          <a:xfrm>
            <a:off x="5973424" y="1751178"/>
            <a:ext cx="3235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/>
              <a:t>现有方法仅凭图像预测服装参数，缺乏穿着者的显式几何约束，重建</a:t>
            </a:r>
            <a:r>
              <a:rPr lang="zh-CN" altLang="en-US" sz="1200" b="1" dirty="0"/>
              <a:t>服装几何保真度不足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6F2C1C8-152A-4A4B-975E-0B0A305CDE75}"/>
              </a:ext>
            </a:extLst>
          </p:cNvPr>
          <p:cNvSpPr txBox="1"/>
          <p:nvPr/>
        </p:nvSpPr>
        <p:spPr>
          <a:xfrm>
            <a:off x="1916793" y="2519175"/>
            <a:ext cx="6463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400" dirty="0">
                <a:solidFill>
                  <a:srgbClr val="002060"/>
                </a:solidFill>
              </a:rPr>
              <a:t>研究思路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B436BA9-BD19-0D44-94E4-6CABAD57EF37}"/>
              </a:ext>
            </a:extLst>
          </p:cNvPr>
          <p:cNvSpPr txBox="1"/>
          <p:nvPr/>
        </p:nvSpPr>
        <p:spPr>
          <a:xfrm>
            <a:off x="1878721" y="3746950"/>
            <a:ext cx="6463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400" dirty="0">
                <a:solidFill>
                  <a:srgbClr val="002060"/>
                </a:solidFill>
              </a:rPr>
              <a:t>研究内容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81880DE-CE26-C944-8830-B479173C0A17}"/>
              </a:ext>
            </a:extLst>
          </p:cNvPr>
          <p:cNvSpPr txBox="1"/>
          <p:nvPr/>
        </p:nvSpPr>
        <p:spPr>
          <a:xfrm>
            <a:off x="1870565" y="4989765"/>
            <a:ext cx="6463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400" dirty="0">
                <a:solidFill>
                  <a:srgbClr val="002060"/>
                </a:solidFill>
              </a:rPr>
              <a:t>目标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89FAB68-41C5-F643-B9EC-D8A9F8D3BF11}"/>
              </a:ext>
            </a:extLst>
          </p:cNvPr>
          <p:cNvSpPr/>
          <p:nvPr/>
        </p:nvSpPr>
        <p:spPr>
          <a:xfrm>
            <a:off x="2487581" y="3223032"/>
            <a:ext cx="3370234" cy="150097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1C3218C-46B2-9E4D-B09A-FCEDD9869CB3}"/>
              </a:ext>
            </a:extLst>
          </p:cNvPr>
          <p:cNvSpPr/>
          <p:nvPr/>
        </p:nvSpPr>
        <p:spPr>
          <a:xfrm>
            <a:off x="2474798" y="3215857"/>
            <a:ext cx="3387853" cy="363849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400" dirty="0"/>
              <a:t>基于拓扑感知的三维高斯人体重建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25D0B37-0A39-954A-B868-84049DCAE970}"/>
              </a:ext>
            </a:extLst>
          </p:cNvPr>
          <p:cNvSpPr/>
          <p:nvPr/>
        </p:nvSpPr>
        <p:spPr>
          <a:xfrm>
            <a:off x="6046418" y="3223031"/>
            <a:ext cx="3223576" cy="1500972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07A842C-0FEF-9048-ABCF-9BF35EE6971B}"/>
              </a:ext>
            </a:extLst>
          </p:cNvPr>
          <p:cNvSpPr/>
          <p:nvPr/>
        </p:nvSpPr>
        <p:spPr>
          <a:xfrm>
            <a:off x="6046419" y="3220981"/>
            <a:ext cx="3223576" cy="363849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400" dirty="0"/>
              <a:t>基于人体几何先验的服装参数生成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623837E-683C-A747-BCD5-B0CFAE970554}"/>
              </a:ext>
            </a:extLst>
          </p:cNvPr>
          <p:cNvSpPr/>
          <p:nvPr/>
        </p:nvSpPr>
        <p:spPr>
          <a:xfrm>
            <a:off x="2599439" y="3980629"/>
            <a:ext cx="3090107" cy="288300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chemeClr val="tx1"/>
                </a:solidFill>
              </a:rPr>
              <a:t>解析式三维高斯绑定策略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309BC6A-202D-9146-939E-A6B7B1FEB7C9}"/>
              </a:ext>
            </a:extLst>
          </p:cNvPr>
          <p:cNvSpPr/>
          <p:nvPr/>
        </p:nvSpPr>
        <p:spPr>
          <a:xfrm>
            <a:off x="2599440" y="4352316"/>
            <a:ext cx="3090107" cy="288300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chemeClr val="tx1"/>
                </a:solidFill>
              </a:rPr>
              <a:t>三角等边正则约束项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C86F6E39-1FED-6347-A818-34B706834A14}"/>
              </a:ext>
            </a:extLst>
          </p:cNvPr>
          <p:cNvSpPr txBox="1"/>
          <p:nvPr/>
        </p:nvSpPr>
        <p:spPr>
          <a:xfrm>
            <a:off x="1870565" y="5561328"/>
            <a:ext cx="6463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400" dirty="0">
                <a:solidFill>
                  <a:srgbClr val="002060"/>
                </a:solidFill>
              </a:rPr>
              <a:t>应用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A9F3AFC4-DABA-F541-B97C-D4E0DD45FF6B}"/>
              </a:ext>
            </a:extLst>
          </p:cNvPr>
          <p:cNvSpPr/>
          <p:nvPr/>
        </p:nvSpPr>
        <p:spPr>
          <a:xfrm>
            <a:off x="2499495" y="4956295"/>
            <a:ext cx="3300052" cy="363849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solidFill>
                  <a:schemeClr val="tx1"/>
                </a:solidFill>
              </a:rPr>
              <a:t>提升人体几何重建质量与驱动泛化性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353E3A8-3A33-CB41-8B8F-95F8185207D7}"/>
              </a:ext>
            </a:extLst>
          </p:cNvPr>
          <p:cNvSpPr/>
          <p:nvPr/>
        </p:nvSpPr>
        <p:spPr>
          <a:xfrm>
            <a:off x="6078679" y="4947859"/>
            <a:ext cx="3177539" cy="363849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solidFill>
                  <a:schemeClr val="tx1"/>
                </a:solidFill>
              </a:rPr>
              <a:t>提升服装参数生成精度与推理效率</a:t>
            </a:r>
          </a:p>
        </p:txBody>
      </p:sp>
      <p:sp>
        <p:nvSpPr>
          <p:cNvPr id="2" name="下箭头 1">
            <a:extLst>
              <a:ext uri="{FF2B5EF4-FFF2-40B4-BE49-F238E27FC236}">
                <a16:creationId xmlns:a16="http://schemas.microsoft.com/office/drawing/2014/main" id="{B962EC26-32C1-FC42-8C36-D37DC5D8C4FF}"/>
              </a:ext>
            </a:extLst>
          </p:cNvPr>
          <p:cNvSpPr/>
          <p:nvPr/>
        </p:nvSpPr>
        <p:spPr>
          <a:xfrm>
            <a:off x="4019744" y="2294984"/>
            <a:ext cx="259553" cy="269656"/>
          </a:xfrm>
          <a:prstGeom prst="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9" name="下箭头 28">
            <a:extLst>
              <a:ext uri="{FF2B5EF4-FFF2-40B4-BE49-F238E27FC236}">
                <a16:creationId xmlns:a16="http://schemas.microsoft.com/office/drawing/2014/main" id="{DEB98004-A16A-BC49-A85C-3E19B2EDB0AC}"/>
              </a:ext>
            </a:extLst>
          </p:cNvPr>
          <p:cNvSpPr/>
          <p:nvPr/>
        </p:nvSpPr>
        <p:spPr>
          <a:xfrm>
            <a:off x="7589089" y="2313339"/>
            <a:ext cx="259553" cy="269656"/>
          </a:xfrm>
          <a:prstGeom prst="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1" name="下箭头 30">
            <a:extLst>
              <a:ext uri="{FF2B5EF4-FFF2-40B4-BE49-F238E27FC236}">
                <a16:creationId xmlns:a16="http://schemas.microsoft.com/office/drawing/2014/main" id="{03EC22AE-378E-BD4E-8021-160D8A59F64E}"/>
              </a:ext>
            </a:extLst>
          </p:cNvPr>
          <p:cNvSpPr/>
          <p:nvPr/>
        </p:nvSpPr>
        <p:spPr>
          <a:xfrm>
            <a:off x="4014718" y="2986497"/>
            <a:ext cx="259553" cy="180790"/>
          </a:xfrm>
          <a:prstGeom prst="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" name="下箭头 31">
            <a:extLst>
              <a:ext uri="{FF2B5EF4-FFF2-40B4-BE49-F238E27FC236}">
                <a16:creationId xmlns:a16="http://schemas.microsoft.com/office/drawing/2014/main" id="{CB211465-BE7A-694E-9FCC-CCED075A0606}"/>
              </a:ext>
            </a:extLst>
          </p:cNvPr>
          <p:cNvSpPr/>
          <p:nvPr/>
        </p:nvSpPr>
        <p:spPr>
          <a:xfrm>
            <a:off x="7592450" y="3013174"/>
            <a:ext cx="259553" cy="180790"/>
          </a:xfrm>
          <a:prstGeom prst="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479F3E2-E958-3D4D-93EE-923E1DEF5168}"/>
              </a:ext>
            </a:extLst>
          </p:cNvPr>
          <p:cNvSpPr/>
          <p:nvPr/>
        </p:nvSpPr>
        <p:spPr>
          <a:xfrm>
            <a:off x="2513273" y="2595432"/>
            <a:ext cx="3349379" cy="363849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solidFill>
                  <a:schemeClr val="tx1"/>
                </a:solidFill>
              </a:rPr>
              <a:t>人体网格先验提供拓扑结构约束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15DAFCAF-6247-3C4F-8EA7-DBECB725F6D7}"/>
              </a:ext>
            </a:extLst>
          </p:cNvPr>
          <p:cNvSpPr/>
          <p:nvPr/>
        </p:nvSpPr>
        <p:spPr>
          <a:xfrm>
            <a:off x="5985159" y="2607360"/>
            <a:ext cx="3284834" cy="363849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solidFill>
                  <a:schemeClr val="tx1"/>
                </a:solidFill>
              </a:rPr>
              <a:t>人体网格提供人体测量信息先验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C40A0DA6-A11F-5345-B458-6A425514CD44}"/>
              </a:ext>
            </a:extLst>
          </p:cNvPr>
          <p:cNvSpPr txBox="1"/>
          <p:nvPr/>
        </p:nvSpPr>
        <p:spPr>
          <a:xfrm>
            <a:off x="4533899" y="2319307"/>
            <a:ext cx="26003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200" dirty="0">
                <a:solidFill>
                  <a:schemeClr val="tx1"/>
                </a:solidFill>
              </a:rPr>
              <a:t>引入参数化人体网格先验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9BE688C9-CB83-F447-BD34-8337B465A7E3}"/>
              </a:ext>
            </a:extLst>
          </p:cNvPr>
          <p:cNvSpPr/>
          <p:nvPr/>
        </p:nvSpPr>
        <p:spPr>
          <a:xfrm>
            <a:off x="2610908" y="3640342"/>
            <a:ext cx="3090107" cy="288300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chemeClr val="tx1"/>
                </a:solidFill>
              </a:rPr>
              <a:t>可变形穿衣人网格表示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26EB1D6-45D7-AD4A-BA39-71A097F42B91}"/>
              </a:ext>
            </a:extLst>
          </p:cNvPr>
          <p:cNvSpPr/>
          <p:nvPr/>
        </p:nvSpPr>
        <p:spPr>
          <a:xfrm>
            <a:off x="6122394" y="3696621"/>
            <a:ext cx="3090107" cy="288300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chemeClr val="tx1"/>
                </a:solidFill>
              </a:rPr>
              <a:t>人体测量先验自动化提取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6324C99D-4B2D-8A4F-A578-76E120F84167}"/>
              </a:ext>
            </a:extLst>
          </p:cNvPr>
          <p:cNvSpPr/>
          <p:nvPr/>
        </p:nvSpPr>
        <p:spPr>
          <a:xfrm>
            <a:off x="6122394" y="4022220"/>
            <a:ext cx="3090107" cy="288300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chemeClr val="tx1"/>
                </a:solidFill>
              </a:rPr>
              <a:t>服装设计参数重表示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5AD9FF3D-7151-544F-A5F6-33508FBBABF4}"/>
              </a:ext>
            </a:extLst>
          </p:cNvPr>
          <p:cNvSpPr/>
          <p:nvPr/>
        </p:nvSpPr>
        <p:spPr>
          <a:xfrm>
            <a:off x="6122394" y="4373111"/>
            <a:ext cx="3090107" cy="288300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chemeClr val="tx1"/>
                </a:solidFill>
              </a:rPr>
              <a:t>几何先验驱动多模态推理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3804F8B-075A-9440-AC49-21C41680CC31}"/>
              </a:ext>
            </a:extLst>
          </p:cNvPr>
          <p:cNvSpPr/>
          <p:nvPr/>
        </p:nvSpPr>
        <p:spPr>
          <a:xfrm>
            <a:off x="2508436" y="5544135"/>
            <a:ext cx="6764913" cy="363849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400" dirty="0"/>
              <a:t>构建高保真、可驱动的虚拟数字人体化身</a:t>
            </a:r>
          </a:p>
        </p:txBody>
      </p:sp>
      <p:sp>
        <p:nvSpPr>
          <p:cNvPr id="49" name="下箭头 48">
            <a:extLst>
              <a:ext uri="{FF2B5EF4-FFF2-40B4-BE49-F238E27FC236}">
                <a16:creationId xmlns:a16="http://schemas.microsoft.com/office/drawing/2014/main" id="{CB99CAA4-603A-604D-BBEB-7494B44D7157}"/>
              </a:ext>
            </a:extLst>
          </p:cNvPr>
          <p:cNvSpPr/>
          <p:nvPr/>
        </p:nvSpPr>
        <p:spPr>
          <a:xfrm>
            <a:off x="3954342" y="4750926"/>
            <a:ext cx="259553" cy="180790"/>
          </a:xfrm>
          <a:prstGeom prst="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0" name="下箭头 49">
            <a:extLst>
              <a:ext uri="{FF2B5EF4-FFF2-40B4-BE49-F238E27FC236}">
                <a16:creationId xmlns:a16="http://schemas.microsoft.com/office/drawing/2014/main" id="{9ACFCC82-2543-ED46-9198-5CD1B6ED7CD4}"/>
              </a:ext>
            </a:extLst>
          </p:cNvPr>
          <p:cNvSpPr/>
          <p:nvPr/>
        </p:nvSpPr>
        <p:spPr>
          <a:xfrm>
            <a:off x="7589088" y="4754254"/>
            <a:ext cx="259553" cy="180790"/>
          </a:xfrm>
          <a:prstGeom prst="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1" name="下箭头 50">
            <a:extLst>
              <a:ext uri="{FF2B5EF4-FFF2-40B4-BE49-F238E27FC236}">
                <a16:creationId xmlns:a16="http://schemas.microsoft.com/office/drawing/2014/main" id="{D2DBD368-CF9A-2A40-9C72-9C7428E2A52E}"/>
              </a:ext>
            </a:extLst>
          </p:cNvPr>
          <p:cNvSpPr/>
          <p:nvPr/>
        </p:nvSpPr>
        <p:spPr>
          <a:xfrm>
            <a:off x="7589088" y="5334845"/>
            <a:ext cx="259553" cy="180790"/>
          </a:xfrm>
          <a:prstGeom prst="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2" name="下箭头 51">
            <a:extLst>
              <a:ext uri="{FF2B5EF4-FFF2-40B4-BE49-F238E27FC236}">
                <a16:creationId xmlns:a16="http://schemas.microsoft.com/office/drawing/2014/main" id="{A5C10013-B906-AC45-8FC9-739175F77079}"/>
              </a:ext>
            </a:extLst>
          </p:cNvPr>
          <p:cNvSpPr/>
          <p:nvPr/>
        </p:nvSpPr>
        <p:spPr>
          <a:xfrm>
            <a:off x="3954341" y="5347067"/>
            <a:ext cx="259553" cy="180790"/>
          </a:xfrm>
          <a:prstGeom prst="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81288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184</Words>
  <Application>Microsoft Macintosh PowerPoint</Application>
  <PresentationFormat>宽屏</PresentationFormat>
  <Paragraphs>25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Microsoft Office User</cp:lastModifiedBy>
  <cp:revision>24</cp:revision>
  <dcterms:created xsi:type="dcterms:W3CDTF">2026-03-03T15:39:58Z</dcterms:created>
  <dcterms:modified xsi:type="dcterms:W3CDTF">2026-03-08T13:02:08Z</dcterms:modified>
</cp:coreProperties>
</file>